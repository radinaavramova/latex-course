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A8CE-21EE-4A07-5462-BF976EB86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01582-1B34-6A28-597D-766CB81A4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8F942-D009-EF83-C40E-36F94959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065E-A686-DF10-0E50-E5BB35DD6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ECEF-8813-98EB-51AC-29624808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4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8745-D4DE-C5E4-0C49-2E35E4A8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C8148-726E-40FF-B20C-65F697A64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6CCDA-AE03-BB87-2FCC-18731029D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3761E-89D1-CCE5-5F32-8FF983C4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6F7A4-FD7F-5349-77C9-ACDB608D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0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8BD97-9F1C-1E91-5D6D-87476686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15A5F-FF2D-4EC7-0584-3AC38BCDC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13933-AD8C-77DD-1D73-6B4F0182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2841F-FAA5-0B4C-3FE8-ED694F6D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D3F2D-ED5D-6586-DC24-EEC12480E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2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B3CA-E9CC-69F6-83F5-72AEEA6B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A1EAF-9557-F755-5F6E-20083BEC2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8080F-4330-B42D-3628-215C459D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5BDB9-24C0-1A16-E472-B8A50B3E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7EC70-577A-11F8-7FE6-1595EBB21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B178C-5248-05A7-F117-176D455B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9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614F-66D4-5C2B-26C0-6520F398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D3E73-F19E-5171-6AA5-E37640BDB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A5F3-60DA-9D80-DC95-7E72AEFBD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37AB6-6917-411F-F15D-8C3F6CC86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3C277-77F3-7657-73E3-C38415F97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7BC3C-96C8-91F5-4325-9E72FD24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B27D9-8BEE-AA06-7413-8F3AC41C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590F7-E3C2-8656-3853-E9FD6CA0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9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CEEE-4715-F203-8B7C-D71B4166A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98EF4-1C18-EE94-4EDA-5FF2E6C4E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66FA7-A0BF-3857-599A-2AE70C4C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3AF1D-E4D7-0A4C-9FB7-790E113F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88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7FC96-9673-D8FF-97C7-DE11D750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FED3FF-B2CA-5BA6-10E5-1D0BC826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7661D-8A6B-A9A0-3964-4AFEEC95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01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26DE-1FB4-38A0-1774-D92D9BA8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0D171-6938-61ED-1B08-3694FD0DE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C429E-6190-9EA9-6638-DC34E5500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1A79-40C8-EA72-7BE3-019ABEF9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2D604-AE7C-EA39-2356-871FDD28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3F4D7-0854-58DB-C7A0-63E0E23E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2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B815-5109-269B-9FAC-A418B6C4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47E7A-8B9E-48D3-B0CF-85106DEA7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F33E5-BA16-00EA-8994-17E0AE329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4526D-1CD5-B6D0-88D9-A7035244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12613-A890-FB27-EB17-E893B588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0B895-8F79-060D-87A8-F9A207FD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6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1510-9DDE-082B-3C2C-A60625F3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042BB-A635-EB12-4A92-7704FB02B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5181E-A945-BAA6-C8DB-E8C5AC7C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3139F-4CA9-0445-6C7C-EDDC3109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F7870-8250-D8F5-1776-20D8376F1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6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4F8EF-FBD6-E857-20CF-6E2D0E7A8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594B1-FFD7-E1B3-ADE6-0FDCD0E59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60F50-162E-8D59-3980-E55495C6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DA91A-F1F4-A4DC-DC6A-4240C41B5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B28A7-51DC-237C-1EE5-DAF2516C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5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BAEA2A-D06F-11F7-190D-C56FB4D2E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216D5-271E-8FB6-72DF-73660E856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9F5E7-65E1-D0D4-3034-5FF70E1E2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31C75-3F45-4301-A182-199351FE08BE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0B2CD-4EA0-F3EA-71E0-D7A58DE3E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24B18-13FD-3985-E04D-82F07C94C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4526F-EDC9-43F7-A654-A01704039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1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DCE1DC-A8C2-52D3-A307-C2DBF4396E5A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74B8C-5059-323B-C755-E647A28F2950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6DA4B4-055C-7206-C5A8-493EB1266633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1DAAF-0502-9E9A-60CE-2C7D713252E9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8D044-BAC7-BF1E-EF82-03090578BF5A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Preparation</a:t>
            </a:r>
          </a:p>
        </p:txBody>
      </p:sp>
    </p:spTree>
    <p:extLst>
      <p:ext uri="{BB962C8B-B14F-4D97-AF65-F5344CB8AC3E}">
        <p14:creationId xmlns:p14="http://schemas.microsoft.com/office/powerpoint/2010/main" val="3495060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FA5FEF-3079-DE4F-2B0B-67D86425E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48004"/>
            <a:ext cx="5690320" cy="610999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384FD-24F9-AD99-F99E-432E95A2E3AB}"/>
              </a:ext>
            </a:extLst>
          </p:cNvPr>
          <p:cNvSpPr/>
          <p:nvPr/>
        </p:nvSpPr>
        <p:spPr>
          <a:xfrm>
            <a:off x="759655" y="393895"/>
            <a:ext cx="4712677" cy="99880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Indexes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48DB54-E784-62C6-E6F3-4D4C46225892}"/>
              </a:ext>
            </a:extLst>
          </p:cNvPr>
          <p:cNvSpPr/>
          <p:nvPr/>
        </p:nvSpPr>
        <p:spPr>
          <a:xfrm>
            <a:off x="1166280" y="2398655"/>
            <a:ext cx="4262510" cy="393895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0DD56C-3A65-4AD4-360A-F8D20D957784}"/>
              </a:ext>
            </a:extLst>
          </p:cNvPr>
          <p:cNvSpPr txBox="1"/>
          <p:nvPr/>
        </p:nvSpPr>
        <p:spPr>
          <a:xfrm>
            <a:off x="1264753" y="2581536"/>
            <a:ext cx="3305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\</a:t>
            </a:r>
            <a:r>
              <a:rPr lang="en-US" sz="3600" dirty="0" err="1">
                <a:effectLst/>
              </a:rPr>
              <a:t>makeindex</a:t>
            </a:r>
            <a:r>
              <a:rPr lang="en-US" sz="3600" dirty="0">
                <a:effectLst/>
              </a:rPr>
              <a:t>[]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907D4-CFCB-72A4-D3FA-DC5361E41FD9}"/>
              </a:ext>
            </a:extLst>
          </p:cNvPr>
          <p:cNvSpPr txBox="1"/>
          <p:nvPr/>
        </p:nvSpPr>
        <p:spPr>
          <a:xfrm>
            <a:off x="1264753" y="3638400"/>
            <a:ext cx="33059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\</a:t>
            </a:r>
            <a:r>
              <a:rPr lang="en-US" sz="2800" dirty="0">
                <a:effectLst/>
              </a:rPr>
              <a:t>index{</a:t>
            </a:r>
            <a:r>
              <a:rPr lang="en-US" sz="2400" dirty="0">
                <a:effectLst/>
              </a:rPr>
              <a:t>Action</a:t>
            </a:r>
            <a:r>
              <a:rPr lang="en-US" sz="2800" dirty="0">
                <a:effectLst/>
              </a:rPr>
              <a:t>}</a:t>
            </a:r>
          </a:p>
          <a:p>
            <a:r>
              <a:rPr lang="en-US" sz="2800" dirty="0"/>
              <a:t>…</a:t>
            </a:r>
          </a:p>
          <a:p>
            <a:r>
              <a:rPr lang="en-US" sz="2800" dirty="0"/>
              <a:t>\index{</a:t>
            </a:r>
            <a:r>
              <a:rPr lang="en-US" sz="2400" dirty="0"/>
              <a:t>Algebra</a:t>
            </a:r>
            <a:r>
              <a:rPr lang="en-US" sz="28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95C9F-7C9A-BC66-4DA3-287C90E4C1A2}"/>
              </a:ext>
            </a:extLst>
          </p:cNvPr>
          <p:cNvSpPr txBox="1"/>
          <p:nvPr/>
        </p:nvSpPr>
        <p:spPr>
          <a:xfrm>
            <a:off x="1166280" y="5418892"/>
            <a:ext cx="3305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\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printindex</a:t>
            </a:r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D03E46-F48E-D310-385C-A2BEB8228D2D}"/>
              </a:ext>
            </a:extLst>
          </p:cNvPr>
          <p:cNvSpPr/>
          <p:nvPr/>
        </p:nvSpPr>
        <p:spPr>
          <a:xfrm>
            <a:off x="1166280" y="3439665"/>
            <a:ext cx="4262510" cy="1002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1249246-F899-6077-A04F-5FF7EF4D9BCB}"/>
              </a:ext>
            </a:extLst>
          </p:cNvPr>
          <p:cNvSpPr/>
          <p:nvPr/>
        </p:nvSpPr>
        <p:spPr>
          <a:xfrm>
            <a:off x="3244947" y="5578723"/>
            <a:ext cx="2733821" cy="2474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CD4E82-0A3D-C9B1-B033-5A758F34EB7B}"/>
              </a:ext>
            </a:extLst>
          </p:cNvPr>
          <p:cNvSpPr/>
          <p:nvPr/>
        </p:nvSpPr>
        <p:spPr>
          <a:xfrm>
            <a:off x="1152211" y="1822680"/>
            <a:ext cx="3530991" cy="52322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9F0003"/>
                </a:solidFill>
                <a:effectLst/>
              </a:rPr>
              <a:t> \</a:t>
            </a:r>
            <a:r>
              <a:rPr lang="en-US" sz="2400" dirty="0" err="1">
                <a:solidFill>
                  <a:srgbClr val="9F0003"/>
                </a:solidFill>
                <a:effectLst/>
              </a:rPr>
              <a:t>usepackage</a:t>
            </a:r>
            <a:r>
              <a:rPr lang="en-US" sz="2400" dirty="0">
                <a:solidFill>
                  <a:srgbClr val="000000"/>
                </a:solidFill>
                <a:effectLst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</a:rPr>
              <a:t>imakeidx</a:t>
            </a:r>
            <a:r>
              <a:rPr lang="en-US" sz="2400" dirty="0">
                <a:solidFill>
                  <a:srgbClr val="000000"/>
                </a:solidFill>
                <a:effectLst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070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B5D914-E8CE-CFEE-D7E5-EFC972E1F449}"/>
              </a:ext>
            </a:extLst>
          </p:cNvPr>
          <p:cNvSpPr/>
          <p:nvPr/>
        </p:nvSpPr>
        <p:spPr>
          <a:xfrm>
            <a:off x="379830" y="330591"/>
            <a:ext cx="4557931" cy="73855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Generation Process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A224A-58D3-6AD6-B5F6-AB8B09970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857" y="474696"/>
            <a:ext cx="6136562" cy="228986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8FD223-FF5A-B68E-0C81-9467265096D3}"/>
              </a:ext>
            </a:extLst>
          </p:cNvPr>
          <p:cNvSpPr/>
          <p:nvPr/>
        </p:nvSpPr>
        <p:spPr>
          <a:xfrm>
            <a:off x="1645920" y="2071468"/>
            <a:ext cx="1758462" cy="9812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pdflatex</a:t>
            </a:r>
            <a:r>
              <a:rPr lang="en-US" sz="2400" dirty="0"/>
              <a:t> Engine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AE415AF-2534-A353-F152-800F34026345}"/>
              </a:ext>
            </a:extLst>
          </p:cNvPr>
          <p:cNvGrpSpPr/>
          <p:nvPr/>
        </p:nvGrpSpPr>
        <p:grpSpPr>
          <a:xfrm>
            <a:off x="2405575" y="1336432"/>
            <a:ext cx="1140374" cy="738552"/>
            <a:chOff x="2405575" y="1336432"/>
            <a:chExt cx="1140374" cy="738552"/>
          </a:xfrm>
        </p:grpSpPr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087A8468-9C26-1985-28E1-4EB19782207C}"/>
                </a:ext>
              </a:extLst>
            </p:cNvPr>
            <p:cNvSpPr/>
            <p:nvPr/>
          </p:nvSpPr>
          <p:spPr>
            <a:xfrm>
              <a:off x="2405575" y="1336432"/>
              <a:ext cx="281354" cy="738552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D4F9E7-C32D-1627-FE7A-AE28932A27E0}"/>
                </a:ext>
              </a:extLst>
            </p:cNvPr>
            <p:cNvSpPr txBox="1"/>
            <p:nvPr/>
          </p:nvSpPr>
          <p:spPr>
            <a:xfrm>
              <a:off x="2631549" y="1336432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>
                  <a:solidFill>
                    <a:schemeClr val="bg1"/>
                  </a:solidFill>
                </a:rPr>
                <a:t>tex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1C411C-620B-BD35-4F06-F1D0F71A8700}"/>
              </a:ext>
            </a:extLst>
          </p:cNvPr>
          <p:cNvSpPr/>
          <p:nvPr/>
        </p:nvSpPr>
        <p:spPr>
          <a:xfrm>
            <a:off x="2405575" y="3868615"/>
            <a:ext cx="1758462" cy="73855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MakeIndex</a:t>
            </a:r>
            <a:endParaRPr lang="en-US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CB5B5F-FA05-CAA4-3C65-6CF3C09DF0BE}"/>
              </a:ext>
            </a:extLst>
          </p:cNvPr>
          <p:cNvSpPr/>
          <p:nvPr/>
        </p:nvSpPr>
        <p:spPr>
          <a:xfrm>
            <a:off x="2039813" y="5386967"/>
            <a:ext cx="1758462" cy="811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pdflatex</a:t>
            </a:r>
            <a:r>
              <a:rPr lang="en-US" sz="2400" dirty="0"/>
              <a:t> Engine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D751614-5BFA-883C-B216-D499C2A9B21F}"/>
              </a:ext>
            </a:extLst>
          </p:cNvPr>
          <p:cNvGrpSpPr/>
          <p:nvPr/>
        </p:nvGrpSpPr>
        <p:grpSpPr>
          <a:xfrm>
            <a:off x="812800" y="5225866"/>
            <a:ext cx="1227013" cy="707438"/>
            <a:chOff x="812800" y="5225866"/>
            <a:chExt cx="1227013" cy="707438"/>
          </a:xfrm>
        </p:grpSpPr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D327326C-E409-3BF9-8FE2-7AA4D013381D}"/>
                </a:ext>
              </a:extLst>
            </p:cNvPr>
            <p:cNvSpPr/>
            <p:nvPr/>
          </p:nvSpPr>
          <p:spPr>
            <a:xfrm rot="16200000">
              <a:off x="1297197" y="5190688"/>
              <a:ext cx="258219" cy="122701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35BCC04-D45C-6F78-08BB-B0714BA05736}"/>
                </a:ext>
              </a:extLst>
            </p:cNvPr>
            <p:cNvSpPr txBox="1"/>
            <p:nvPr/>
          </p:nvSpPr>
          <p:spPr>
            <a:xfrm>
              <a:off x="1041677" y="5225866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>
                  <a:solidFill>
                    <a:schemeClr val="bg1"/>
                  </a:solidFill>
                </a:rPr>
                <a:t>tex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4EF763D-B86A-4476-88D1-72D02B9EC564}"/>
              </a:ext>
            </a:extLst>
          </p:cNvPr>
          <p:cNvGrpSpPr/>
          <p:nvPr/>
        </p:nvGrpSpPr>
        <p:grpSpPr>
          <a:xfrm>
            <a:off x="2116293" y="3052690"/>
            <a:ext cx="943428" cy="815925"/>
            <a:chOff x="2116293" y="3052690"/>
            <a:chExt cx="943428" cy="815925"/>
          </a:xfrm>
        </p:grpSpPr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A03E37EA-E446-6099-E883-EE058AE0E567}"/>
                </a:ext>
              </a:extLst>
            </p:cNvPr>
            <p:cNvSpPr/>
            <p:nvPr/>
          </p:nvSpPr>
          <p:spPr>
            <a:xfrm>
              <a:off x="2778367" y="3052690"/>
              <a:ext cx="281354" cy="815925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39A7A1-8C37-4C1A-7C7E-903E67F9B97B}"/>
                </a:ext>
              </a:extLst>
            </p:cNvPr>
            <p:cNvSpPr txBox="1"/>
            <p:nvPr/>
          </p:nvSpPr>
          <p:spPr>
            <a:xfrm>
              <a:off x="2116293" y="3129002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.</a:t>
              </a:r>
              <a:r>
                <a:rPr lang="en-US" sz="2800" dirty="0" err="1">
                  <a:solidFill>
                    <a:schemeClr val="bg1"/>
                  </a:solidFill>
                </a:rPr>
                <a:t>idx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658D8F2-8705-49E9-3C52-B0E929F9BF6A}"/>
              </a:ext>
            </a:extLst>
          </p:cNvPr>
          <p:cNvGrpSpPr/>
          <p:nvPr/>
        </p:nvGrpSpPr>
        <p:grpSpPr>
          <a:xfrm>
            <a:off x="3653081" y="2771525"/>
            <a:ext cx="1153836" cy="1097090"/>
            <a:chOff x="3653081" y="2771525"/>
            <a:chExt cx="1153836" cy="1097090"/>
          </a:xfrm>
        </p:grpSpPr>
        <p:sp>
          <p:nvSpPr>
            <p:cNvPr id="17" name="Arrow: Bent-Up 16">
              <a:extLst>
                <a:ext uri="{FF2B5EF4-FFF2-40B4-BE49-F238E27FC236}">
                  <a16:creationId xmlns:a16="http://schemas.microsoft.com/office/drawing/2014/main" id="{C15EA7B4-C44E-5D46-1495-56FD2D13B7A1}"/>
                </a:ext>
              </a:extLst>
            </p:cNvPr>
            <p:cNvSpPr/>
            <p:nvPr/>
          </p:nvSpPr>
          <p:spPr>
            <a:xfrm rot="10800000">
              <a:off x="3653081" y="3294745"/>
              <a:ext cx="991490" cy="573870"/>
            </a:xfrm>
            <a:prstGeom prst="bentUp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907636-5989-287B-0D96-E0FCBEC33833}"/>
                </a:ext>
              </a:extLst>
            </p:cNvPr>
            <p:cNvSpPr txBox="1"/>
            <p:nvPr/>
          </p:nvSpPr>
          <p:spPr>
            <a:xfrm>
              <a:off x="3892517" y="2771525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.</a:t>
              </a:r>
              <a:r>
                <a:rPr lang="en-US" sz="2800" dirty="0" err="1">
                  <a:solidFill>
                    <a:schemeClr val="bg1"/>
                  </a:solidFill>
                </a:rPr>
                <a:t>ist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B678758-F696-DA6E-5C4C-91D4C5F26C40}"/>
              </a:ext>
            </a:extLst>
          </p:cNvPr>
          <p:cNvGrpSpPr/>
          <p:nvPr/>
        </p:nvGrpSpPr>
        <p:grpSpPr>
          <a:xfrm>
            <a:off x="2142790" y="4607167"/>
            <a:ext cx="916931" cy="811322"/>
            <a:chOff x="2142790" y="4607167"/>
            <a:chExt cx="916931" cy="811322"/>
          </a:xfrm>
        </p:grpSpPr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82714B05-3481-FEC9-9983-6A1E7AB655C8}"/>
                </a:ext>
              </a:extLst>
            </p:cNvPr>
            <p:cNvSpPr/>
            <p:nvPr/>
          </p:nvSpPr>
          <p:spPr>
            <a:xfrm>
              <a:off x="2778367" y="4607167"/>
              <a:ext cx="281354" cy="811322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DA87A4-55F2-C99B-3682-7FFDB3DB98FA}"/>
                </a:ext>
              </a:extLst>
            </p:cNvPr>
            <p:cNvSpPr txBox="1"/>
            <p:nvPr/>
          </p:nvSpPr>
          <p:spPr>
            <a:xfrm>
              <a:off x="2142790" y="4677443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.</a:t>
              </a:r>
              <a:r>
                <a:rPr lang="en-US" sz="2800" dirty="0" err="1">
                  <a:solidFill>
                    <a:schemeClr val="bg1"/>
                  </a:solidFill>
                </a:rPr>
                <a:t>ind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DE66ECB-C97D-AF02-4169-EB866717CF3E}"/>
              </a:ext>
            </a:extLst>
          </p:cNvPr>
          <p:cNvGrpSpPr/>
          <p:nvPr/>
        </p:nvGrpSpPr>
        <p:grpSpPr>
          <a:xfrm>
            <a:off x="3708805" y="4374985"/>
            <a:ext cx="1521937" cy="777749"/>
            <a:chOff x="3708805" y="4374985"/>
            <a:chExt cx="1521937" cy="777749"/>
          </a:xfrm>
        </p:grpSpPr>
        <p:sp>
          <p:nvSpPr>
            <p:cNvPr id="22" name="Arrow: Bent-Up 21">
              <a:extLst>
                <a:ext uri="{FF2B5EF4-FFF2-40B4-BE49-F238E27FC236}">
                  <a16:creationId xmlns:a16="http://schemas.microsoft.com/office/drawing/2014/main" id="{850A5623-80C7-2262-8B55-C69FB4EAFAC8}"/>
                </a:ext>
              </a:extLst>
            </p:cNvPr>
            <p:cNvSpPr/>
            <p:nvPr/>
          </p:nvSpPr>
          <p:spPr>
            <a:xfrm rot="5400000">
              <a:off x="3925206" y="4362461"/>
              <a:ext cx="573872" cy="1006674"/>
            </a:xfrm>
            <a:prstGeom prst="bentUp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75E880-C2EE-4F22-4CE2-F4D6DFE13C6B}"/>
                </a:ext>
              </a:extLst>
            </p:cNvPr>
            <p:cNvSpPr txBox="1"/>
            <p:nvPr/>
          </p:nvSpPr>
          <p:spPr>
            <a:xfrm>
              <a:off x="4316342" y="4374985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.</a:t>
              </a:r>
              <a:r>
                <a:rPr lang="en-US" sz="2800" dirty="0" err="1">
                  <a:solidFill>
                    <a:schemeClr val="bg1"/>
                  </a:solidFill>
                </a:rPr>
                <a:t>ilg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C2D4C32-6055-A34C-9991-89FFEABE7AC0}"/>
              </a:ext>
            </a:extLst>
          </p:cNvPr>
          <p:cNvSpPr/>
          <p:nvPr/>
        </p:nvSpPr>
        <p:spPr>
          <a:xfrm>
            <a:off x="5490846" y="3026248"/>
            <a:ext cx="6112585" cy="330239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61F40-8F4F-5585-2516-30EDB5CDF7BA}"/>
              </a:ext>
            </a:extLst>
          </p:cNvPr>
          <p:cNvGrpSpPr/>
          <p:nvPr/>
        </p:nvGrpSpPr>
        <p:grpSpPr>
          <a:xfrm>
            <a:off x="5963782" y="3385606"/>
            <a:ext cx="2061029" cy="968005"/>
            <a:chOff x="5922584" y="3652222"/>
            <a:chExt cx="2061029" cy="968005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1507CC2-4ADC-80B0-28AB-581422C48ED5}"/>
                </a:ext>
              </a:extLst>
            </p:cNvPr>
            <p:cNvSpPr/>
            <p:nvPr/>
          </p:nvSpPr>
          <p:spPr>
            <a:xfrm>
              <a:off x="5922584" y="3652222"/>
              <a:ext cx="2061029" cy="94895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000" dirty="0"/>
                <a:t>\index{Gravity}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C0F09E9-6CB9-5149-E119-857C6420CEDB}"/>
                </a:ext>
              </a:extLst>
            </p:cNvPr>
            <p:cNvSpPr/>
            <p:nvPr/>
          </p:nvSpPr>
          <p:spPr>
            <a:xfrm>
              <a:off x="6410207" y="4260848"/>
              <a:ext cx="1085779" cy="359379"/>
            </a:xfrm>
            <a:prstGeom prst="rect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Input .</a:t>
              </a:r>
              <a:r>
                <a:rPr lang="en-US" dirty="0" err="1"/>
                <a:t>tex</a:t>
              </a:r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30D167-5D31-EC98-E73F-C0C294915289}"/>
              </a:ext>
            </a:extLst>
          </p:cNvPr>
          <p:cNvGrpSpPr/>
          <p:nvPr/>
        </p:nvGrpSpPr>
        <p:grpSpPr>
          <a:xfrm>
            <a:off x="9069467" y="3366559"/>
            <a:ext cx="2061029" cy="968005"/>
            <a:chOff x="5922584" y="3652222"/>
            <a:chExt cx="2061029" cy="96800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34F677B-2603-B6E8-C366-2CB77EB9BBCB}"/>
                </a:ext>
              </a:extLst>
            </p:cNvPr>
            <p:cNvSpPr/>
            <p:nvPr/>
          </p:nvSpPr>
          <p:spPr>
            <a:xfrm>
              <a:off x="5922584" y="3652222"/>
              <a:ext cx="2061029" cy="94895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600" dirty="0"/>
                <a:t>\</a:t>
              </a:r>
              <a:r>
                <a:rPr lang="en-US" sz="1600" dirty="0" err="1"/>
                <a:t>indexentry</a:t>
              </a:r>
              <a:r>
                <a:rPr lang="en-US" sz="1600" dirty="0"/>
                <a:t>{Gravity}</a:t>
              </a:r>
            </a:p>
            <a:p>
              <a:pPr algn="ctr"/>
              <a:r>
                <a:rPr lang="en-US" sz="1600" dirty="0"/>
                <a:t>{1}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7771C01-262F-6DC8-2DB8-0EDC2F25B569}"/>
                </a:ext>
              </a:extLst>
            </p:cNvPr>
            <p:cNvSpPr/>
            <p:nvPr/>
          </p:nvSpPr>
          <p:spPr>
            <a:xfrm>
              <a:off x="6410207" y="4260848"/>
              <a:ext cx="1085779" cy="359379"/>
            </a:xfrm>
            <a:prstGeom prst="rect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.</a:t>
              </a:r>
              <a:r>
                <a:rPr lang="en-US" dirty="0" err="1"/>
                <a:t>idx</a:t>
              </a:r>
              <a:r>
                <a:rPr lang="en-US" dirty="0"/>
                <a:t> File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77435D7-9A34-7ECE-BDB2-9344B4C97E13}"/>
              </a:ext>
            </a:extLst>
          </p:cNvPr>
          <p:cNvGrpSpPr/>
          <p:nvPr/>
        </p:nvGrpSpPr>
        <p:grpSpPr>
          <a:xfrm>
            <a:off x="8024811" y="3495073"/>
            <a:ext cx="1430850" cy="373542"/>
            <a:chOff x="8024811" y="3495073"/>
            <a:chExt cx="1430850" cy="373542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BA95EE0-C7FE-9F16-5046-3E2C00CEE0A5}"/>
                </a:ext>
              </a:extLst>
            </p:cNvPr>
            <p:cNvCxnSpPr/>
            <p:nvPr/>
          </p:nvCxnSpPr>
          <p:spPr>
            <a:xfrm>
              <a:off x="8024811" y="3868615"/>
              <a:ext cx="1044656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866D482-13A9-C03E-5F8C-5C733F858770}"/>
                </a:ext>
              </a:extLst>
            </p:cNvPr>
            <p:cNvSpPr txBox="1"/>
            <p:nvPr/>
          </p:nvSpPr>
          <p:spPr>
            <a:xfrm>
              <a:off x="8068832" y="3495073"/>
              <a:ext cx="1386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pdflatex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AA1F45E-DF14-9CC2-B814-2471F6C55D73}"/>
              </a:ext>
            </a:extLst>
          </p:cNvPr>
          <p:cNvGrpSpPr/>
          <p:nvPr/>
        </p:nvGrpSpPr>
        <p:grpSpPr>
          <a:xfrm>
            <a:off x="7875735" y="4272671"/>
            <a:ext cx="1386829" cy="844559"/>
            <a:chOff x="7875735" y="4272671"/>
            <a:chExt cx="1386829" cy="844559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C65D7E2-6718-D6C2-6305-BB57BA9670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0999" y="4272671"/>
              <a:ext cx="1124970" cy="844559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61B3EFA-1EF8-C98A-5C32-6132C0DD6BBE}"/>
                </a:ext>
              </a:extLst>
            </p:cNvPr>
            <p:cNvSpPr txBox="1"/>
            <p:nvPr/>
          </p:nvSpPr>
          <p:spPr>
            <a:xfrm rot="19326305">
              <a:off x="7875735" y="4274943"/>
              <a:ext cx="1386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MakeIndex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C1322CE-4273-745F-FD50-83B8BBFE3219}"/>
              </a:ext>
            </a:extLst>
          </p:cNvPr>
          <p:cNvGrpSpPr/>
          <p:nvPr/>
        </p:nvGrpSpPr>
        <p:grpSpPr>
          <a:xfrm>
            <a:off x="8024810" y="5263404"/>
            <a:ext cx="1532279" cy="373542"/>
            <a:chOff x="8024811" y="3495073"/>
            <a:chExt cx="1430850" cy="373542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72907AE-13A6-69CC-E8AA-ACEAED6BF378}"/>
                </a:ext>
              </a:extLst>
            </p:cNvPr>
            <p:cNvCxnSpPr/>
            <p:nvPr/>
          </p:nvCxnSpPr>
          <p:spPr>
            <a:xfrm>
              <a:off x="8024811" y="3868615"/>
              <a:ext cx="1044656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FFF94D2-89F6-B27B-8DBF-AF3C528ECD4B}"/>
                </a:ext>
              </a:extLst>
            </p:cNvPr>
            <p:cNvSpPr txBox="1"/>
            <p:nvPr/>
          </p:nvSpPr>
          <p:spPr>
            <a:xfrm>
              <a:off x="8068832" y="3495073"/>
              <a:ext cx="1386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pdflatex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F3D9136-3D77-112A-9621-07F168319654}"/>
              </a:ext>
            </a:extLst>
          </p:cNvPr>
          <p:cNvGrpSpPr/>
          <p:nvPr/>
        </p:nvGrpSpPr>
        <p:grpSpPr>
          <a:xfrm>
            <a:off x="5963782" y="4607168"/>
            <a:ext cx="2061029" cy="1428212"/>
            <a:chOff x="5963782" y="4607168"/>
            <a:chExt cx="2061029" cy="142821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6F23C5A-A11F-6F13-D307-D7CE79DE08C6}"/>
                </a:ext>
              </a:extLst>
            </p:cNvPr>
            <p:cNvGrpSpPr/>
            <p:nvPr/>
          </p:nvGrpSpPr>
          <p:grpSpPr>
            <a:xfrm>
              <a:off x="5963782" y="4607168"/>
              <a:ext cx="2061029" cy="1428212"/>
              <a:chOff x="5922584" y="3652220"/>
              <a:chExt cx="2061029" cy="968007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0E83254F-613B-7A5D-BC5C-7CD29CD66BFF}"/>
                  </a:ext>
                </a:extLst>
              </p:cNvPr>
              <p:cNvSpPr/>
              <p:nvPr/>
            </p:nvSpPr>
            <p:spPr>
              <a:xfrm>
                <a:off x="5922584" y="3652220"/>
                <a:ext cx="2061029" cy="9489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3CE711-E4C0-72A4-674A-504E81211D5B}"/>
                  </a:ext>
                </a:extLst>
              </p:cNvPr>
              <p:cNvSpPr/>
              <p:nvPr/>
            </p:nvSpPr>
            <p:spPr>
              <a:xfrm>
                <a:off x="6410207" y="4376028"/>
                <a:ext cx="1085779" cy="244199"/>
              </a:xfrm>
              <a:prstGeom prst="rect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.</a:t>
                </a:r>
                <a:r>
                  <a:rPr lang="en-US" dirty="0" err="1"/>
                  <a:t>ind</a:t>
                </a:r>
                <a:r>
                  <a:rPr lang="en-US" dirty="0"/>
                  <a:t> File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757E043-B2DD-A4CC-8411-99BC9A479448}"/>
                </a:ext>
              </a:extLst>
            </p:cNvPr>
            <p:cNvSpPr txBox="1"/>
            <p:nvPr/>
          </p:nvSpPr>
          <p:spPr>
            <a:xfrm>
              <a:off x="6225428" y="4746115"/>
              <a:ext cx="16736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\begin{</a:t>
              </a:r>
              <a:r>
                <a:rPr lang="en-US" sz="1600" dirty="0" err="1"/>
                <a:t>theindex</a:t>
              </a:r>
              <a:r>
                <a:rPr lang="en-US" sz="1600" dirty="0"/>
                <a:t>}</a:t>
              </a:r>
            </a:p>
            <a:p>
              <a:r>
                <a:rPr lang="en-US" sz="1600" dirty="0"/>
                <a:t>    \item Gravity, 1</a:t>
              </a:r>
            </a:p>
            <a:p>
              <a:r>
                <a:rPr lang="en-US" sz="1600" dirty="0"/>
                <a:t>\end{</a:t>
              </a:r>
              <a:r>
                <a:rPr lang="en-US" sz="1600" dirty="0" err="1"/>
                <a:t>theindex</a:t>
              </a:r>
              <a:r>
                <a:rPr lang="en-US" sz="1600" dirty="0"/>
                <a:t>}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64AA8A3-89F5-5734-2BAC-26EB8DCFF967}"/>
              </a:ext>
            </a:extLst>
          </p:cNvPr>
          <p:cNvGrpSpPr/>
          <p:nvPr/>
        </p:nvGrpSpPr>
        <p:grpSpPr>
          <a:xfrm>
            <a:off x="9121672" y="4568028"/>
            <a:ext cx="2061029" cy="1467352"/>
            <a:chOff x="9121672" y="4568028"/>
            <a:chExt cx="2061029" cy="146735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809F546-7194-1EBA-3B44-7CDDDAC46B2D}"/>
                </a:ext>
              </a:extLst>
            </p:cNvPr>
            <p:cNvGrpSpPr/>
            <p:nvPr/>
          </p:nvGrpSpPr>
          <p:grpSpPr>
            <a:xfrm>
              <a:off x="9121672" y="4568028"/>
              <a:ext cx="2061029" cy="1467352"/>
              <a:chOff x="5922584" y="3652222"/>
              <a:chExt cx="2061029" cy="968005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C66DD3F-EC4C-1B7E-B039-81284FE58F67}"/>
                  </a:ext>
                </a:extLst>
              </p:cNvPr>
              <p:cNvSpPr/>
              <p:nvPr/>
            </p:nvSpPr>
            <p:spPr>
              <a:xfrm>
                <a:off x="5922584" y="3652222"/>
                <a:ext cx="2061029" cy="9489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5674B29-6286-3892-67AB-00EDD404A5AA}"/>
                  </a:ext>
                </a:extLst>
              </p:cNvPr>
              <p:cNvSpPr/>
              <p:nvPr/>
            </p:nvSpPr>
            <p:spPr>
              <a:xfrm>
                <a:off x="6311487" y="4345629"/>
                <a:ext cx="1300005" cy="274598"/>
              </a:xfrm>
              <a:prstGeom prst="rect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Output File</a:t>
                </a:r>
              </a:p>
            </p:txBody>
          </p:sp>
        </p:grp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D169FD63-B372-3FF6-7505-25315FF1C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1820" y="4701545"/>
              <a:ext cx="1114425" cy="816143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7B92678-0198-162C-E0D6-EE231CBB85B9}"/>
              </a:ext>
            </a:extLst>
          </p:cNvPr>
          <p:cNvGrpSpPr/>
          <p:nvPr/>
        </p:nvGrpSpPr>
        <p:grpSpPr>
          <a:xfrm>
            <a:off x="2854531" y="6145586"/>
            <a:ext cx="1605818" cy="699034"/>
            <a:chOff x="2854531" y="6145586"/>
            <a:chExt cx="1605818" cy="699034"/>
          </a:xfrm>
        </p:grpSpPr>
        <p:sp>
          <p:nvSpPr>
            <p:cNvPr id="75" name="Arrow: Bent-Up 74">
              <a:extLst>
                <a:ext uri="{FF2B5EF4-FFF2-40B4-BE49-F238E27FC236}">
                  <a16:creationId xmlns:a16="http://schemas.microsoft.com/office/drawing/2014/main" id="{C6183EE1-D3B6-BD09-430D-2F0FD3D8AD1F}"/>
                </a:ext>
              </a:extLst>
            </p:cNvPr>
            <p:cNvSpPr/>
            <p:nvPr/>
          </p:nvSpPr>
          <p:spPr>
            <a:xfrm rot="5400000">
              <a:off x="2938989" y="6061128"/>
              <a:ext cx="522501" cy="691418"/>
            </a:xfrm>
            <a:prstGeom prst="bentUp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6CB3883-3220-8454-9B3A-BA107E538982}"/>
                </a:ext>
              </a:extLst>
            </p:cNvPr>
            <p:cNvSpPr txBox="1"/>
            <p:nvPr/>
          </p:nvSpPr>
          <p:spPr>
            <a:xfrm>
              <a:off x="3545949" y="6198289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Typeset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642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9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2F789C1D-CD1F-9CB6-11C4-8380E4824896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246157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104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47</cp:revision>
  <dcterms:created xsi:type="dcterms:W3CDTF">2023-09-30T10:51:21Z</dcterms:created>
  <dcterms:modified xsi:type="dcterms:W3CDTF">2023-10-16T01:08:27Z</dcterms:modified>
</cp:coreProperties>
</file>