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1ACD-6C57-70CB-10F3-2894015C2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C8A40-F4F9-545E-5F98-F32C5917E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29B2A-C8C8-1347-78DA-C0EC06DAE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C4BBC-EEBA-5C83-C926-34E16205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52039-D52F-F656-BC1E-4EF9BAE3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52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88CA-3C06-C119-1185-173F4A66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C1EF-F481-2B0C-DBAF-001B8C74A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C82F9-2D72-1F65-8C36-ED5DD24FF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A60EC-0319-5536-E905-8235F2B4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D346F-FADA-05F2-CDB7-A63018FC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2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1CE3-8E83-9DC6-A629-AFEC3EF51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368AF-E0BE-B760-A358-AEA3A21DB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D3CD-4F6C-6E14-2AA6-5EA9A6D7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044EE-B56A-35D7-F8D8-7A0F27C1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76322-8A86-53CA-F119-84D80A52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9729C-5D05-6C97-52AF-302A71823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EB08-5040-D06E-4AD8-8EDE2021D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522BA-7E61-5BEB-3657-0C2A1578B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994D1-6036-1AF3-4448-2FAE3431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C744B-DD53-BBDD-3767-3756C826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65DCB-0012-A431-1475-93C913A4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85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8798-2F5F-85D2-8D03-2310FB382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F8E7D-5703-34C8-6108-94D7D29AF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60958-2793-09B5-354C-FF6BBA8C9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1875CE-433C-E98D-C7B4-0FAA385B57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242F6E-71CC-A968-30CF-B9D808B71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F2860-CEC8-C4AB-AEDD-F8CECF7B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848BDB-621B-28FE-FF4F-6805B916A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C2B42-ACFB-7465-92EA-226EB720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1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B5E0-F4AA-2213-C569-C23E61CD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4876E-91DB-61AB-B0FB-A497494E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A7DAF-4FB1-0F13-4C7B-F761FB53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36671-BFB7-03F8-4C90-B98FCF57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83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474EA-EA8D-2D4E-01BF-39F12E9A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A1048-EF05-8AF0-48B4-39B8BC7E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A4073-6DF1-4A0B-D25B-FF444E9F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22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B073-79E1-203A-5862-BF34988B5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522B3-123C-24C3-6AB8-0B964BE1C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A944E-EDEB-B301-62CC-D2A33D4DC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5A4D4-01B3-9ADB-29A7-43B97C13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130C0-7059-28C6-C161-7CF24DF9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24673-5BF2-E7C5-EF83-A9A11360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51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BFA7-E3D4-B088-12F3-2D4FDE3B2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EA5AF-8A1E-B78E-CDA0-3A300D698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85060-CF23-4BE9-3154-05D2163FF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E2111-7B10-D79D-9A88-C716FD177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EF467-F4B4-2CF6-8667-5B689EE3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260B8-63E7-FBC4-F256-EF91E649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15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CFEDC-99E7-8BDA-ECDB-0E7C00CDD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4E36A-93B2-6821-15DE-2A62C4BAC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27150-4F7C-AA55-9DEF-8DBC38DD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0FB08-9CA8-804D-330C-3EC545CCE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DEEB0-2F96-4347-5C36-0CBF7006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97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F4F84-94EE-1FAD-3F4C-53E84148B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EEEE6-9E0F-FE33-0574-90D978D0E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72AB1-9F12-07C6-F2CD-3C9C5E7C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4E0AD-0D9B-B480-43A0-2C05F5B9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F81B3-2E90-E958-26A0-14B7E027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69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1B177-A4DA-D685-1739-B19694BA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8C7D0-CA8C-E5C4-1D07-52CF71609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5E10C-0E7C-4629-B07B-2C731D200E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EC381-3F4A-4256-B7E4-A3C91411F6B7}" type="datetimeFigureOut">
              <a:rPr lang="en-US" smtClean="0"/>
              <a:t>12/9/2023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57F16-B214-5515-0EAF-7A63C6347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D86D-3648-B4B0-EE10-21831A9EE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2BB80-5778-4FAB-B750-3190A5A06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45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file:///\\[3p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68249E-77D1-5591-0D9C-340A3BA8401D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6AF2B-5000-4F90-9195-03E365A224D2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70DDA2-4C6E-9802-5BB7-86987C90843A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0516E-73D5-BBF1-30E9-1086C56885CD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5385B-E879-3B0E-E653-8E5D2E9F5ADB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Loops</a:t>
            </a:r>
          </a:p>
        </p:txBody>
      </p:sp>
    </p:spTree>
    <p:extLst>
      <p:ext uri="{BB962C8B-B14F-4D97-AF65-F5344CB8AC3E}">
        <p14:creationId xmlns:p14="http://schemas.microsoft.com/office/powerpoint/2010/main" val="180019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9294C0-B0B9-FE53-E63F-AF2E7490B7C2}"/>
              </a:ext>
            </a:extLst>
          </p:cNvPr>
          <p:cNvSpPr/>
          <p:nvPr/>
        </p:nvSpPr>
        <p:spPr>
          <a:xfrm>
            <a:off x="393897" y="274320"/>
            <a:ext cx="4220308" cy="61355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</a:t>
            </a:r>
            <a:r>
              <a:rPr lang="en-US" sz="3200" dirty="0" err="1"/>
              <a:t>forloop</a:t>
            </a:r>
            <a:r>
              <a:rPr lang="en-US" sz="3200" dirty="0"/>
              <a:t> Package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7E7801-1D2E-8E2C-1C49-FE34C3767A4A}"/>
              </a:ext>
            </a:extLst>
          </p:cNvPr>
          <p:cNvGrpSpPr/>
          <p:nvPr/>
        </p:nvGrpSpPr>
        <p:grpSpPr>
          <a:xfrm>
            <a:off x="1533379" y="2349302"/>
            <a:ext cx="9762979" cy="1938992"/>
            <a:chOff x="1533379" y="2349302"/>
            <a:chExt cx="9762979" cy="19389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950CC7-CA9F-179B-8621-66D941F55912}"/>
                </a:ext>
              </a:extLst>
            </p:cNvPr>
            <p:cNvSpPr/>
            <p:nvPr/>
          </p:nvSpPr>
          <p:spPr>
            <a:xfrm>
              <a:off x="1533379" y="2349302"/>
              <a:ext cx="9762979" cy="193899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AA691D-62B9-2605-3648-685D8AAFC02C}"/>
                </a:ext>
              </a:extLst>
            </p:cNvPr>
            <p:cNvSpPr txBox="1"/>
            <p:nvPr/>
          </p:nvSpPr>
          <p:spPr>
            <a:xfrm>
              <a:off x="1730326" y="2475911"/>
              <a:ext cx="939721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9F0003"/>
                  </a:solidFill>
                </a:rPr>
                <a:t>\</a:t>
              </a:r>
              <a:r>
                <a:rPr lang="en-US" sz="3600" dirty="0" err="1">
                  <a:solidFill>
                    <a:srgbClr val="9F0003"/>
                  </a:solidFill>
                </a:rPr>
                <a:t>forloop</a:t>
              </a:r>
              <a:r>
                <a:rPr lang="en-US" sz="3600" dirty="0"/>
                <a:t>{Counter}{Initial Value}{Condition}{</a:t>
              </a:r>
            </a:p>
            <a:p>
              <a:r>
                <a:rPr lang="en-US" sz="3600" dirty="0"/>
                <a:t>	Content to Repeat</a:t>
              </a:r>
            </a:p>
            <a:p>
              <a:r>
                <a:rPr lang="en-US" sz="3600" dirty="0"/>
                <a:t>}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EB5109-DCD2-45FE-C6AD-747AF0F7D4F6}"/>
              </a:ext>
            </a:extLst>
          </p:cNvPr>
          <p:cNvCxnSpPr>
            <a:cxnSpLocks/>
          </p:cNvCxnSpPr>
          <p:nvPr/>
        </p:nvCxnSpPr>
        <p:spPr>
          <a:xfrm flipV="1">
            <a:off x="4178105" y="1955409"/>
            <a:ext cx="0" cy="6963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B33BBE-AAD7-1417-F5CB-F913F4110791}"/>
              </a:ext>
            </a:extLst>
          </p:cNvPr>
          <p:cNvGrpSpPr/>
          <p:nvPr/>
        </p:nvGrpSpPr>
        <p:grpSpPr>
          <a:xfrm>
            <a:off x="3312941" y="1290817"/>
            <a:ext cx="1758462" cy="1015663"/>
            <a:chOff x="3312941" y="1290817"/>
            <a:chExt cx="1758462" cy="101566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1A4E4F5-6CBB-F3BE-9DF4-1F548F62E662}"/>
                </a:ext>
              </a:extLst>
            </p:cNvPr>
            <p:cNvSpPr/>
            <p:nvPr/>
          </p:nvSpPr>
          <p:spPr>
            <a:xfrm>
              <a:off x="3312941" y="1290818"/>
              <a:ext cx="1758462" cy="67664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786A7F2-5724-3945-DA3D-38D00D76EB3B}"/>
                </a:ext>
              </a:extLst>
            </p:cNvPr>
            <p:cNvSpPr txBox="1"/>
            <p:nvPr/>
          </p:nvSpPr>
          <p:spPr>
            <a:xfrm>
              <a:off x="3369213" y="1290817"/>
              <a:ext cx="16248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Predefined Counter</a:t>
              </a:r>
            </a:p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39EC59-1549-A612-D80D-66E26E0E9377}"/>
              </a:ext>
            </a:extLst>
          </p:cNvPr>
          <p:cNvCxnSpPr>
            <a:cxnSpLocks/>
          </p:cNvCxnSpPr>
          <p:nvPr/>
        </p:nvCxnSpPr>
        <p:spPr>
          <a:xfrm>
            <a:off x="4237894" y="3586637"/>
            <a:ext cx="0" cy="106826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A23596-144C-A24B-F43D-F1D8C733F976}"/>
              </a:ext>
            </a:extLst>
          </p:cNvPr>
          <p:cNvGrpSpPr/>
          <p:nvPr/>
        </p:nvGrpSpPr>
        <p:grpSpPr>
          <a:xfrm>
            <a:off x="3315581" y="4654902"/>
            <a:ext cx="1844625" cy="1950161"/>
            <a:chOff x="3239088" y="4708275"/>
            <a:chExt cx="1844625" cy="195016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FD0D0AB-9B58-6D44-2D24-42129056BA3C}"/>
                </a:ext>
              </a:extLst>
            </p:cNvPr>
            <p:cNvSpPr/>
            <p:nvPr/>
          </p:nvSpPr>
          <p:spPr>
            <a:xfrm>
              <a:off x="3239088" y="4708275"/>
              <a:ext cx="1844624" cy="192877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7832D32-ADFF-3058-2E86-876674521CD6}"/>
                </a:ext>
              </a:extLst>
            </p:cNvPr>
            <p:cNvSpPr txBox="1"/>
            <p:nvPr/>
          </p:nvSpPr>
          <p:spPr>
            <a:xfrm>
              <a:off x="3392075" y="4719444"/>
              <a:ext cx="169163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Text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Numbers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Equations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Tables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Figure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/>
                <a:t>Graphs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8A27E95-56E2-C198-7C14-E811DFB973A8}"/>
              </a:ext>
            </a:extLst>
          </p:cNvPr>
          <p:cNvCxnSpPr>
            <a:cxnSpLocks/>
          </p:cNvCxnSpPr>
          <p:nvPr/>
        </p:nvCxnSpPr>
        <p:spPr>
          <a:xfrm flipV="1">
            <a:off x="6468794" y="1904775"/>
            <a:ext cx="0" cy="6963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5BBA17C-1F49-1E56-1743-77C98CBF1EB1}"/>
              </a:ext>
            </a:extLst>
          </p:cNvPr>
          <p:cNvGrpSpPr/>
          <p:nvPr/>
        </p:nvGrpSpPr>
        <p:grpSpPr>
          <a:xfrm>
            <a:off x="5603630" y="1240183"/>
            <a:ext cx="1758462" cy="1015663"/>
            <a:chOff x="3312941" y="1290817"/>
            <a:chExt cx="1758462" cy="1015663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C1F6967-4352-83D1-870E-C1285E3C49A0}"/>
                </a:ext>
              </a:extLst>
            </p:cNvPr>
            <p:cNvSpPr/>
            <p:nvPr/>
          </p:nvSpPr>
          <p:spPr>
            <a:xfrm>
              <a:off x="3312941" y="1290818"/>
              <a:ext cx="1758462" cy="676642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5D179F-6083-61A1-2E65-32926B45C16E}"/>
                </a:ext>
              </a:extLst>
            </p:cNvPr>
            <p:cNvSpPr txBox="1"/>
            <p:nvPr/>
          </p:nvSpPr>
          <p:spPr>
            <a:xfrm>
              <a:off x="3369213" y="1290817"/>
              <a:ext cx="162481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Of the Counter</a:t>
              </a:r>
            </a:p>
            <a:p>
              <a:pPr algn="ctr"/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7D84592-C6CD-B7E2-0197-F91A8CD6BCB7}"/>
              </a:ext>
            </a:extLst>
          </p:cNvPr>
          <p:cNvGrpSpPr/>
          <p:nvPr/>
        </p:nvGrpSpPr>
        <p:grpSpPr>
          <a:xfrm>
            <a:off x="8027962" y="661182"/>
            <a:ext cx="2729132" cy="1426084"/>
            <a:chOff x="8027962" y="661182"/>
            <a:chExt cx="2729132" cy="1426084"/>
          </a:xfrm>
        </p:grpSpPr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C44520B4-6F99-87D5-CC00-96D6B757AA32}"/>
                </a:ext>
              </a:extLst>
            </p:cNvPr>
            <p:cNvSpPr/>
            <p:nvPr/>
          </p:nvSpPr>
          <p:spPr>
            <a:xfrm>
              <a:off x="8027962" y="661182"/>
              <a:ext cx="2729132" cy="1426084"/>
            </a:xfrm>
            <a:prstGeom prst="wedgeRoundRectCallout">
              <a:avLst>
                <a:gd name="adj1" fmla="val -23926"/>
                <a:gd name="adj2" fmla="val 76674"/>
                <a:gd name="adj3" fmla="val 16667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accent2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6E84FC-5957-5B3C-57AB-3B4499D1F25C}"/>
                </a:ext>
              </a:extLst>
            </p:cNvPr>
            <p:cNvSpPr txBox="1"/>
            <p:nvPr/>
          </p:nvSpPr>
          <p:spPr>
            <a:xfrm>
              <a:off x="8173329" y="731520"/>
              <a:ext cx="25181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To stop the loop when turns </a:t>
              </a:r>
              <a:r>
                <a:rPr lang="en-US" sz="2000" b="1" dirty="0">
                  <a:solidFill>
                    <a:srgbClr val="FF0000"/>
                  </a:solidFill>
                </a:rPr>
                <a:t>false</a:t>
              </a:r>
              <a:r>
                <a:rPr lang="en-US" sz="2000" b="1" dirty="0"/>
                <a:t>.</a:t>
              </a:r>
              <a:endParaRPr lang="en-US" sz="2000" dirty="0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E66027EF-D1D2-EE0E-DCB6-79B023EC3E35}"/>
              </a:ext>
            </a:extLst>
          </p:cNvPr>
          <p:cNvSpPr txBox="1"/>
          <p:nvPr/>
        </p:nvSpPr>
        <p:spPr>
          <a:xfrm>
            <a:off x="8067822" y="1333639"/>
            <a:ext cx="27291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Typically this is </a:t>
            </a:r>
          </a:p>
          <a:p>
            <a:pPr algn="ctr"/>
            <a:r>
              <a:rPr lang="en-US" sz="2000" dirty="0">
                <a:solidFill>
                  <a:schemeClr val="accent2"/>
                </a:solidFill>
              </a:rPr>
              <a:t>\value{counter} &lt; No.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48768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F020DC-8D6E-0D88-7ADA-6F33B6C72BCF}"/>
              </a:ext>
            </a:extLst>
          </p:cNvPr>
          <p:cNvSpPr/>
          <p:nvPr/>
        </p:nvSpPr>
        <p:spPr>
          <a:xfrm>
            <a:off x="534571" y="393896"/>
            <a:ext cx="5008099" cy="661182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List Processing with </a:t>
            </a:r>
            <a:r>
              <a:rPr lang="en-US" sz="2400" dirty="0" err="1">
                <a:solidFill>
                  <a:srgbClr val="000000"/>
                </a:solidFill>
                <a:effectLst/>
              </a:rPr>
              <a:t>forarray</a:t>
            </a:r>
            <a:r>
              <a:rPr lang="en-US" sz="2400" dirty="0"/>
              <a:t> Package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DA7F35-8B37-DF41-32CE-4D798948EABF}"/>
              </a:ext>
            </a:extLst>
          </p:cNvPr>
          <p:cNvSpPr/>
          <p:nvPr/>
        </p:nvSpPr>
        <p:spPr>
          <a:xfrm>
            <a:off x="989427" y="1434904"/>
            <a:ext cx="10475742" cy="5029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38FA0-08FD-D26F-649E-F6E7AB1FF4CC}"/>
              </a:ext>
            </a:extLst>
          </p:cNvPr>
          <p:cNvSpPr txBox="1"/>
          <p:nvPr/>
        </p:nvSpPr>
        <p:spPr>
          <a:xfrm>
            <a:off x="1718602" y="1645919"/>
            <a:ext cx="848281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\</a:t>
            </a:r>
            <a:r>
              <a:rPr lang="en-US" sz="3200" dirty="0" err="1">
                <a:solidFill>
                  <a:schemeClr val="accent2"/>
                </a:solidFill>
                <a:effectLst/>
              </a:rPr>
              <a:t>ForEach</a:t>
            </a:r>
            <a:r>
              <a:rPr lang="en-US" sz="3200" dirty="0">
                <a:solidFill>
                  <a:srgbClr val="9F0003"/>
                </a:solidFill>
                <a:effectLst/>
              </a:rPr>
              <a:t> </a:t>
            </a:r>
            <a:r>
              <a:rPr lang="en-US" sz="3200" dirty="0">
                <a:effectLst/>
              </a:rPr>
              <a:t>{</a:t>
            </a:r>
            <a:r>
              <a:rPr lang="en-US" sz="3200" dirty="0">
                <a:solidFill>
                  <a:schemeClr val="accent6"/>
                </a:solidFill>
                <a:effectLst/>
              </a:rPr>
              <a:t>separator</a:t>
            </a:r>
            <a:r>
              <a:rPr lang="en-US" sz="3200" dirty="0">
                <a:effectLst/>
              </a:rPr>
              <a:t>}{item temp}{</a:t>
            </a:r>
          </a:p>
          <a:p>
            <a:r>
              <a:rPr lang="en-US" sz="3200" dirty="0"/>
              <a:t>	Item One Content </a:t>
            </a:r>
            <a:r>
              <a:rPr lang="en-US" sz="3600" dirty="0">
                <a:solidFill>
                  <a:schemeClr val="accent6"/>
                </a:solidFill>
              </a:rPr>
              <a:t>,</a:t>
            </a:r>
            <a:endParaRPr lang="en-US" sz="3200" dirty="0">
              <a:solidFill>
                <a:schemeClr val="accent6"/>
              </a:solidFill>
            </a:endParaRPr>
          </a:p>
          <a:p>
            <a:r>
              <a:rPr lang="en-US" sz="3200" dirty="0"/>
              <a:t>	Item Two Content </a:t>
            </a:r>
            <a:r>
              <a:rPr lang="en-US" sz="36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……</a:t>
            </a:r>
          </a:p>
          <a:p>
            <a:r>
              <a:rPr lang="en-US" sz="3200" dirty="0">
                <a:effectLst/>
              </a:rPr>
              <a:t>}</a:t>
            </a:r>
            <a:endParaRPr lang="en-US" sz="3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EEBF819-2BFB-3EDD-030E-DC09398C5E5C}"/>
              </a:ext>
            </a:extLst>
          </p:cNvPr>
          <p:cNvGrpSpPr/>
          <p:nvPr/>
        </p:nvGrpSpPr>
        <p:grpSpPr>
          <a:xfrm>
            <a:off x="7097150" y="689568"/>
            <a:ext cx="1906171" cy="872197"/>
            <a:chOff x="7097150" y="689568"/>
            <a:chExt cx="1906171" cy="872197"/>
          </a:xfrm>
        </p:grpSpPr>
        <p:sp>
          <p:nvSpPr>
            <p:cNvPr id="10" name="Callout: Bent Line 9">
              <a:extLst>
                <a:ext uri="{FF2B5EF4-FFF2-40B4-BE49-F238E27FC236}">
                  <a16:creationId xmlns:a16="http://schemas.microsoft.com/office/drawing/2014/main" id="{F4370219-E9D2-3CEC-754D-510E7A96AED1}"/>
                </a:ext>
              </a:extLst>
            </p:cNvPr>
            <p:cNvSpPr/>
            <p:nvPr/>
          </p:nvSpPr>
          <p:spPr>
            <a:xfrm>
              <a:off x="7097150" y="689568"/>
              <a:ext cx="1906171" cy="872197"/>
            </a:xfrm>
            <a:prstGeom prst="borderCallout2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603EDE-851F-3064-A8B2-24BEB8A2AAB1}"/>
                </a:ext>
              </a:extLst>
            </p:cNvPr>
            <p:cNvSpPr txBox="1"/>
            <p:nvPr/>
          </p:nvSpPr>
          <p:spPr>
            <a:xfrm>
              <a:off x="7237828" y="724487"/>
              <a:ext cx="17654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Fixed Part + </a:t>
              </a:r>
              <a:r>
                <a:rPr lang="en-US" sz="2400" b="1" dirty="0">
                  <a:solidFill>
                    <a:srgbClr val="9F0003"/>
                  </a:solidFill>
                </a:rPr>
                <a:t>Placeholder</a:t>
              </a:r>
            </a:p>
          </p:txBody>
        </p:sp>
      </p:grp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E6CB61E-DB36-D791-F27A-7F14B44E01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41479" y="1499212"/>
            <a:ext cx="1871001" cy="1303622"/>
          </a:xfrm>
          <a:prstGeom prst="curvedConnector3">
            <a:avLst>
              <a:gd name="adj1" fmla="val -1015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5CBC2F-DEFF-14F1-3528-FAFCD087263B}"/>
              </a:ext>
            </a:extLst>
          </p:cNvPr>
          <p:cNvCxnSpPr>
            <a:cxnSpLocks/>
            <a:stCxn id="7" idx="1"/>
            <a:endCxn id="7" idx="3"/>
          </p:cNvCxnSpPr>
          <p:nvPr/>
        </p:nvCxnSpPr>
        <p:spPr>
          <a:xfrm>
            <a:off x="989427" y="3949504"/>
            <a:ext cx="1047574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E033D68-ED19-5B82-D697-AFA4DCE92CC4}"/>
              </a:ext>
            </a:extLst>
          </p:cNvPr>
          <p:cNvSpPr txBox="1"/>
          <p:nvPr/>
        </p:nvSpPr>
        <p:spPr>
          <a:xfrm>
            <a:off x="1249679" y="4329331"/>
            <a:ext cx="59881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\</a:t>
            </a:r>
            <a:r>
              <a:rPr lang="en-US" sz="2400" dirty="0" err="1">
                <a:solidFill>
                  <a:schemeClr val="accent2"/>
                </a:solidFill>
              </a:rPr>
              <a:t>ForEach</a:t>
            </a:r>
            <a:r>
              <a:rPr lang="en-US" sz="2400" dirty="0">
                <a:solidFill>
                  <a:srgbClr val="000000"/>
                </a:solidFill>
                <a:effectLst/>
              </a:rPr>
              <a:t>{</a:t>
            </a:r>
            <a:r>
              <a:rPr lang="en-US" sz="3600" dirty="0">
                <a:solidFill>
                  <a:schemeClr val="accent6"/>
                </a:solidFill>
                <a:effectLst/>
              </a:rPr>
              <a:t>,</a:t>
            </a:r>
            <a:r>
              <a:rPr lang="en-US" sz="2400" dirty="0">
                <a:solidFill>
                  <a:srgbClr val="000000"/>
                </a:solidFill>
                <a:effectLst/>
              </a:rPr>
              <a:t>}{Fixed Part: </a:t>
            </a:r>
            <a:r>
              <a:rPr lang="en-US" sz="2400" dirty="0">
                <a:solidFill>
                  <a:srgbClr val="9F0003"/>
                </a:solidFill>
                <a:effectLst/>
              </a:rPr>
              <a:t>\</a:t>
            </a:r>
            <a:r>
              <a:rPr lang="en-US" sz="2400" dirty="0" err="1">
                <a:solidFill>
                  <a:srgbClr val="9F0003"/>
                </a:solidFill>
                <a:effectLst/>
              </a:rPr>
              <a:t>thislevelitem</a:t>
            </a:r>
            <a:r>
              <a:rPr lang="en-US" sz="2400" dirty="0">
                <a:solidFill>
                  <a:srgbClr val="000000"/>
                </a:solidFill>
                <a:effectLst/>
              </a:rPr>
              <a:t> </a:t>
            </a:r>
            <a:r>
              <a:rPr lang="en-US" sz="2400" dirty="0">
                <a:effectLst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\\[</a:t>
            </a:r>
            <a:r>
              <a:rPr lang="en-US" sz="2400" u="sng" dirty="0">
                <a:effectLst/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3pt</a:t>
            </a:r>
            <a:r>
              <a:rPr lang="en-US" sz="2400" dirty="0">
                <a:solidFill>
                  <a:srgbClr val="000000"/>
                </a:solidFill>
                <a:effectLst/>
              </a:rPr>
              <a:t>]}{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</a:rPr>
              <a:t>	Item One,</a:t>
            </a:r>
          </a:p>
          <a:p>
            <a:r>
              <a:rPr lang="en-US" sz="2400" dirty="0">
                <a:solidFill>
                  <a:srgbClr val="000000"/>
                </a:solidFill>
                <a:effectLst/>
              </a:rPr>
              <a:t>	Item Two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  <a:effectLst/>
              </a:rPr>
              <a:t>}</a:t>
            </a:r>
            <a:endParaRPr lang="en-US" sz="240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AD431CA-219E-B7F1-1487-65D816BB89B6}"/>
              </a:ext>
            </a:extLst>
          </p:cNvPr>
          <p:cNvCxnSpPr/>
          <p:nvPr/>
        </p:nvCxnSpPr>
        <p:spPr>
          <a:xfrm>
            <a:off x="7455878" y="4123282"/>
            <a:ext cx="0" cy="216642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620B177-A9EE-79D2-B377-20E221864E79}"/>
              </a:ext>
            </a:extLst>
          </p:cNvPr>
          <p:cNvGrpSpPr/>
          <p:nvPr/>
        </p:nvGrpSpPr>
        <p:grpSpPr>
          <a:xfrm>
            <a:off x="7786473" y="4541550"/>
            <a:ext cx="3416100" cy="1127717"/>
            <a:chOff x="7786473" y="4541550"/>
            <a:chExt cx="3416100" cy="1127717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3B12ABE2-621F-1310-B015-985C3A89D2A9}"/>
                </a:ext>
              </a:extLst>
            </p:cNvPr>
            <p:cNvSpPr/>
            <p:nvPr/>
          </p:nvSpPr>
          <p:spPr>
            <a:xfrm>
              <a:off x="7786473" y="4541550"/>
              <a:ext cx="3416100" cy="1127717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2C32FA7-5CC6-26C7-0DDB-01E4B2319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5420" y="4632991"/>
              <a:ext cx="3258206" cy="9955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41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2DC5F6-0905-B25C-D701-41E38DBF3B1E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199061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</TotalTime>
  <Words>110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18</cp:revision>
  <dcterms:created xsi:type="dcterms:W3CDTF">2023-12-06T11:06:01Z</dcterms:created>
  <dcterms:modified xsi:type="dcterms:W3CDTF">2023-12-09T20:36:18Z</dcterms:modified>
</cp:coreProperties>
</file>