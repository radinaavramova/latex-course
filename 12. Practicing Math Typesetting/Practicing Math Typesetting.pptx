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5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0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7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1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4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2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32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1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1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8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12F05-7D2D-43A3-8298-AA81CFF226DD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2FD55-DF62-4A5F-BDF8-855B26DF3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73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Practicing Math Typesetting</a:t>
            </a:r>
          </a:p>
        </p:txBody>
      </p:sp>
    </p:spTree>
    <p:extLst>
      <p:ext uri="{BB962C8B-B14F-4D97-AF65-F5344CB8AC3E}">
        <p14:creationId xmlns:p14="http://schemas.microsoft.com/office/powerpoint/2010/main" val="307044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/>
          <p:cNvSpPr/>
          <p:nvPr/>
        </p:nvSpPr>
        <p:spPr>
          <a:xfrm>
            <a:off x="845127" y="609600"/>
            <a:ext cx="983673" cy="928255"/>
          </a:xfrm>
          <a:prstGeom prst="flowChartConnector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/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6813" y="1953491"/>
            <a:ext cx="7388772" cy="333894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813" y="2796644"/>
            <a:ext cx="7388772" cy="151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3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219198" y="471054"/>
            <a:ext cx="9296401" cy="577734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dirty="0"/>
              <a:t>\begin{equation} </a:t>
            </a:r>
          </a:p>
          <a:p>
            <a:r>
              <a:rPr lang="en-US" sz="4000" dirty="0"/>
              <a:t>	\left.\begin{aligned} </a:t>
            </a:r>
          </a:p>
          <a:p>
            <a:r>
              <a:rPr lang="en-US" sz="4000" dirty="0"/>
              <a:t>		B‚&amp;=-\partial \times E,\\</a:t>
            </a:r>
          </a:p>
          <a:p>
            <a:r>
              <a:rPr lang="en-US" sz="4000" dirty="0"/>
              <a:t>		E‚&amp;=\partial \times B - 4\pi j, </a:t>
            </a:r>
          </a:p>
          <a:p>
            <a:r>
              <a:rPr lang="en-US" sz="4000" dirty="0"/>
              <a:t>	\end{aligned} </a:t>
            </a:r>
          </a:p>
          <a:p>
            <a:r>
              <a:rPr lang="en-US" sz="4000" dirty="0"/>
              <a:t>                 \right\} </a:t>
            </a:r>
          </a:p>
          <a:p>
            <a:r>
              <a:rPr lang="en-US" sz="4000" dirty="0"/>
              <a:t>	\</a:t>
            </a:r>
            <a:r>
              <a:rPr lang="en-US" sz="4000" dirty="0" err="1"/>
              <a:t>qquad</a:t>
            </a:r>
            <a:r>
              <a:rPr lang="en-US" sz="4000" dirty="0"/>
              <a:t> \text{Maxwell‚s equations}</a:t>
            </a:r>
          </a:p>
          <a:p>
            <a:r>
              <a:rPr lang="en-US" sz="4000" dirty="0"/>
              <a:t> \end{equation}</a:t>
            </a:r>
          </a:p>
        </p:txBody>
      </p:sp>
    </p:spTree>
    <p:extLst>
      <p:ext uri="{BB962C8B-B14F-4D97-AF65-F5344CB8AC3E}">
        <p14:creationId xmlns:p14="http://schemas.microsoft.com/office/powerpoint/2010/main" val="287512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/>
          <p:cNvSpPr/>
          <p:nvPr/>
        </p:nvSpPr>
        <p:spPr>
          <a:xfrm>
            <a:off x="845127" y="609600"/>
            <a:ext cx="983673" cy="928255"/>
          </a:xfrm>
          <a:prstGeom prst="flowChartConnector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/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6813" y="1953491"/>
            <a:ext cx="7388772" cy="333894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646" y="2579543"/>
            <a:ext cx="6961105" cy="208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5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12616" y="1385453"/>
            <a:ext cx="10709566" cy="4031673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dirty="0"/>
              <a:t>\begin{</a:t>
            </a:r>
            <a:r>
              <a:rPr lang="en-US" sz="3200" dirty="0" err="1"/>
              <a:t>alignat</a:t>
            </a:r>
            <a:r>
              <a:rPr lang="en-US" sz="3200" dirty="0"/>
              <a:t>}{2} </a:t>
            </a:r>
          </a:p>
          <a:p>
            <a:r>
              <a:rPr lang="en-US" sz="3200" dirty="0"/>
              <a:t>	\sigma_1  &amp;= x + y &amp;\quad \sigma_2 	&amp;= \</a:t>
            </a:r>
            <a:r>
              <a:rPr lang="en-US" sz="3200" dirty="0" err="1"/>
              <a:t>frac</a:t>
            </a:r>
            <a:r>
              <a:rPr lang="en-US" sz="3200" dirty="0"/>
              <a:t>{x}{y} \\</a:t>
            </a:r>
          </a:p>
          <a:p>
            <a:r>
              <a:rPr lang="en-US" sz="3200" dirty="0"/>
              <a:t> 	\sigma_1‚ &amp;= \</a:t>
            </a:r>
            <a:r>
              <a:rPr lang="en-US" sz="3200" dirty="0" err="1"/>
              <a:t>frac</a:t>
            </a:r>
            <a:r>
              <a:rPr lang="en-US" sz="3200" dirty="0"/>
              <a:t>{\partial x + y}{\partial x} &amp; 	\sigma_2‚ &amp;= \</a:t>
            </a:r>
            <a:r>
              <a:rPr lang="en-US" sz="3200" dirty="0" err="1"/>
              <a:t>frac</a:t>
            </a:r>
            <a:r>
              <a:rPr lang="en-US" sz="3200" dirty="0"/>
              <a:t>{\partial \</a:t>
            </a:r>
            <a:r>
              <a:rPr lang="en-US" sz="3200" dirty="0" err="1"/>
              <a:t>frac</a:t>
            </a:r>
            <a:r>
              <a:rPr lang="en-US" sz="3200" dirty="0"/>
              <a:t>{x}{y}}{\partial x} </a:t>
            </a:r>
          </a:p>
          <a:p>
            <a:r>
              <a:rPr lang="en-US" sz="3200" dirty="0"/>
              <a:t>\end{</a:t>
            </a:r>
            <a:r>
              <a:rPr lang="en-US" sz="3200" dirty="0" err="1"/>
              <a:t>alignat</a:t>
            </a:r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613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C65012F-6265-45CB-91A0-AE32A6A281F9}"/>
              </a:ext>
            </a:extLst>
          </p:cNvPr>
          <p:cNvSpPr/>
          <p:nvPr/>
        </p:nvSpPr>
        <p:spPr>
          <a:xfrm>
            <a:off x="845127" y="609600"/>
            <a:ext cx="983673" cy="928255"/>
          </a:xfrm>
          <a:prstGeom prst="flowChartConnector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/>
              <a:t>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CDDA8F-8814-41BD-B76B-5F2958DEDBF6}"/>
              </a:ext>
            </a:extLst>
          </p:cNvPr>
          <p:cNvSpPr/>
          <p:nvPr/>
        </p:nvSpPr>
        <p:spPr>
          <a:xfrm>
            <a:off x="2096813" y="1953491"/>
            <a:ext cx="7388772" cy="268884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7EB229-0B70-4DD5-A97C-B0021410F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993" y="2649965"/>
            <a:ext cx="6448012" cy="155807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4470FF-DA4F-4ABF-B8E8-737A082F6C7B}"/>
              </a:ext>
            </a:extLst>
          </p:cNvPr>
          <p:cNvSpPr/>
          <p:nvPr/>
        </p:nvSpPr>
        <p:spPr>
          <a:xfrm>
            <a:off x="3657600" y="5134708"/>
            <a:ext cx="5827985" cy="101287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Made by “</a:t>
            </a:r>
            <a:r>
              <a:rPr lang="en-US" sz="4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delarray</a:t>
            </a:r>
            <a:r>
              <a:rPr lang="en-US" sz="4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4558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959DA0-20A5-4D7B-96E9-6FE994FB2F31}"/>
              </a:ext>
            </a:extLst>
          </p:cNvPr>
          <p:cNvSpPr/>
          <p:nvPr/>
        </p:nvSpPr>
        <p:spPr>
          <a:xfrm>
            <a:off x="1603717" y="801858"/>
            <a:ext cx="8932985" cy="514877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B7F189-E0BF-4A31-B92F-6B3B2F4DF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34" y="2082018"/>
            <a:ext cx="7901331" cy="238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26814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165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Arabic Typesetting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AM MAR</cp:lastModifiedBy>
  <cp:revision>6</cp:revision>
  <dcterms:created xsi:type="dcterms:W3CDTF">2021-12-13T06:04:24Z</dcterms:created>
  <dcterms:modified xsi:type="dcterms:W3CDTF">2022-01-20T15:38:35Z</dcterms:modified>
</cp:coreProperties>
</file>