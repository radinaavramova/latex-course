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2" r:id="rId4"/>
    <p:sldId id="263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7B3EBD-B369-4A07-AEAF-6C831E60107A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C87B76-F193-4A35-BAAC-8E56A3393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89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6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35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6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82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7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3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3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49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41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A820C-45CF-45AA-B922-A853088A889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F4424-ED2C-4937-9810-37F508108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7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Formatting – Part 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519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7418" y="554181"/>
            <a:ext cx="9545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Columns 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328" y="1828800"/>
            <a:ext cx="7952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Column Document for: article, book, and report.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02328" y="2857198"/>
            <a:ext cx="79386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Column Document: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twocolumn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2328" y="3885596"/>
            <a:ext cx="8104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Column Content in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twocolumn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Document: \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twocolumn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[]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02328" y="4771985"/>
            <a:ext cx="8395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columnsep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Space Between Two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02328" y="5658374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columnseprule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Thickness of the Vertical Line Between the Two Columns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655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665018"/>
            <a:ext cx="8783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6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ulticol</a:t>
            </a:r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87237" y="2050473"/>
            <a:ext cx="900545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\begin{</a:t>
            </a:r>
            <a:r>
              <a:rPr lang="en-US" sz="2800" dirty="0" err="1" smtClean="0"/>
              <a:t>multicols</a:t>
            </a:r>
            <a:r>
              <a:rPr lang="en-US" sz="2800" dirty="0" smtClean="0"/>
              <a:t>}{No. of Cols}</a:t>
            </a:r>
          </a:p>
          <a:p>
            <a:r>
              <a:rPr lang="en-US" sz="2800" dirty="0" smtClean="0"/>
              <a:t>.</a:t>
            </a:r>
          </a:p>
          <a:p>
            <a:r>
              <a:rPr lang="en-US" sz="2800" dirty="0" smtClean="0"/>
              <a:t>.</a:t>
            </a:r>
          </a:p>
          <a:p>
            <a:r>
              <a:rPr lang="en-US" sz="2800" dirty="0" smtClean="0"/>
              <a:t>.</a:t>
            </a:r>
          </a:p>
          <a:p>
            <a:r>
              <a:rPr lang="en-US" sz="2800" dirty="0" smtClean="0"/>
              <a:t>.</a:t>
            </a:r>
          </a:p>
          <a:p>
            <a:r>
              <a:rPr lang="en-US" sz="2800" dirty="0" smtClean="0"/>
              <a:t>.</a:t>
            </a:r>
          </a:p>
          <a:p>
            <a:r>
              <a:rPr lang="en-US" sz="2800" dirty="0" smtClean="0"/>
              <a:t>\end{</a:t>
            </a:r>
            <a:r>
              <a:rPr lang="en-US" sz="2800" dirty="0" err="1" smtClean="0"/>
              <a:t>multicols</a:t>
            </a:r>
            <a:r>
              <a:rPr lang="en-US" sz="2800" dirty="0" smtClean="0"/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328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274" y="720437"/>
            <a:ext cx="9504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Mini-Pages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64328" y="1648690"/>
            <a:ext cx="5029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\begin{</a:t>
            </a:r>
            <a:r>
              <a:rPr lang="en-US" sz="2400" dirty="0" err="1" smtClean="0"/>
              <a:t>minipage</a:t>
            </a:r>
            <a:r>
              <a:rPr lang="en-US" sz="2400" dirty="0" smtClean="0"/>
              <a:t>}[</a:t>
            </a:r>
            <a:r>
              <a:rPr lang="en-US" sz="2400" dirty="0" err="1"/>
              <a:t>V</a:t>
            </a:r>
            <a:r>
              <a:rPr lang="en-US" sz="2400" dirty="0" err="1" smtClean="0"/>
              <a:t>ertAlig</a:t>
            </a:r>
            <a:r>
              <a:rPr lang="en-US" sz="2400" dirty="0" smtClean="0"/>
              <a:t>]{</a:t>
            </a:r>
            <a:r>
              <a:rPr lang="en-US" sz="2400" dirty="0" err="1" smtClean="0"/>
              <a:t>HorzWidth</a:t>
            </a:r>
            <a:r>
              <a:rPr lang="en-US" sz="2400" dirty="0" smtClean="0"/>
              <a:t>}</a:t>
            </a:r>
          </a:p>
          <a:p>
            <a:r>
              <a:rPr lang="en-US" sz="2400" dirty="0" smtClean="0"/>
              <a:t>.</a:t>
            </a:r>
          </a:p>
          <a:p>
            <a:r>
              <a:rPr lang="en-US" sz="2400" dirty="0" smtClean="0"/>
              <a:t>.</a:t>
            </a:r>
          </a:p>
          <a:p>
            <a:r>
              <a:rPr lang="en-US" sz="2400" dirty="0" smtClean="0"/>
              <a:t>.</a:t>
            </a:r>
          </a:p>
          <a:p>
            <a:r>
              <a:rPr lang="en-US" sz="2400" dirty="0" smtClean="0"/>
              <a:t>\end{</a:t>
            </a:r>
            <a:r>
              <a:rPr lang="en-US" sz="2400" dirty="0" err="1" smtClean="0"/>
              <a:t>minipage</a:t>
            </a:r>
            <a:r>
              <a:rPr lang="en-US" sz="2400" dirty="0" smtClean="0"/>
              <a:t>}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064327" y="4100944"/>
            <a:ext cx="59990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\begin{</a:t>
            </a:r>
            <a:r>
              <a:rPr lang="en-US" sz="2400" dirty="0" err="1" smtClean="0"/>
              <a:t>boxedminipage</a:t>
            </a:r>
            <a:r>
              <a:rPr lang="en-US" sz="2400" dirty="0" smtClean="0"/>
              <a:t>}[</a:t>
            </a:r>
            <a:r>
              <a:rPr lang="en-US" sz="2400" dirty="0" err="1"/>
              <a:t>V</a:t>
            </a:r>
            <a:r>
              <a:rPr lang="en-US" sz="2400" dirty="0" err="1" smtClean="0"/>
              <a:t>ertAlig</a:t>
            </a:r>
            <a:r>
              <a:rPr lang="en-US" sz="2400" dirty="0" smtClean="0"/>
              <a:t>]{</a:t>
            </a:r>
            <a:r>
              <a:rPr lang="en-US" sz="2400" dirty="0" err="1" smtClean="0"/>
              <a:t>HorzWidth</a:t>
            </a:r>
            <a:r>
              <a:rPr lang="en-US" sz="2400" dirty="0" smtClean="0"/>
              <a:t>}</a:t>
            </a:r>
          </a:p>
          <a:p>
            <a:r>
              <a:rPr lang="en-US" sz="2400" dirty="0" smtClean="0"/>
              <a:t>.</a:t>
            </a:r>
          </a:p>
          <a:p>
            <a:r>
              <a:rPr lang="en-US" sz="2400" dirty="0" smtClean="0"/>
              <a:t>.</a:t>
            </a:r>
          </a:p>
          <a:p>
            <a:r>
              <a:rPr lang="en-US" sz="2400" dirty="0" smtClean="0"/>
              <a:t>.</a:t>
            </a:r>
          </a:p>
          <a:p>
            <a:r>
              <a:rPr lang="en-US" sz="2400" dirty="0" smtClean="0"/>
              <a:t>\end{</a:t>
            </a:r>
            <a:r>
              <a:rPr lang="en-US" sz="2400" dirty="0" err="1" smtClean="0"/>
              <a:t>boxedminipage</a:t>
            </a:r>
            <a:r>
              <a:rPr lang="en-US" sz="2400" dirty="0" smtClean="0"/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14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52800" y="2757054"/>
            <a:ext cx="85205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50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3466</TotalTime>
  <Words>117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22</cp:revision>
  <dcterms:created xsi:type="dcterms:W3CDTF">2021-04-12T10:08:27Z</dcterms:created>
  <dcterms:modified xsi:type="dcterms:W3CDTF">2021-04-20T11:32:50Z</dcterms:modified>
</cp:coreProperties>
</file>