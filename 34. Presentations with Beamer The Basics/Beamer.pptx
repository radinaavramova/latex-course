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0164B-97B1-4034-9166-20E965B3ABCB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BF5C3-1E05-4224-BE3D-38463EC7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3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BF5C3-1E05-4224-BE3D-38463EC7E4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12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536E-8DC4-0724-6F95-187A1D649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BC9AA-E38F-9C6C-6C42-BB92FC828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B93B9-9893-D3FF-AF2A-DDC49CBE3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1857-8EA6-F2B0-7D5E-A7602661C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6187-6583-25FD-A23B-ACFD5C5F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2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E6AF-CA7C-63D7-8897-EE4D7762B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CB2F-8B09-BCAD-B130-1C039DE1A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07F90-D48A-24D9-3D84-1D021CE3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06B22-359A-2042-D0E9-E88FB715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05BD7-E9D8-9137-3C52-D3B6906F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71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02B7-BB9E-6183-B3CF-538BFD2C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934DB-50A7-9CCE-C3F7-DEFE3D38D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83823-4AC8-FCF7-227A-348F92C2F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B2D8B-06E7-376B-582A-C5817A98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067E-3647-4121-E79B-C9CB16EE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72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8A1E-B24D-EFAD-FDB9-9AD856CF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5A3C5-16A2-D7BE-3FB7-89609E03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53B3D-8E72-415A-CCD4-D9AE4093B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2909E-04A2-56C0-729B-F3542A9D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FB1BB-AF68-C9DD-3118-9FD8B0A4B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12F29-E2E4-D8B0-D90C-462ABF3A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2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1962-77ED-3023-51DC-D2F4F6AF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3ACBA-7883-3BB7-6B3E-C6BD472A3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EDD97-4130-F38A-03C5-AD174A062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659CE-96FC-31AF-5BA4-42AD118BE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9E3C6-420B-0FAC-ACD0-71F15123C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A1FB2-80F0-05A6-0CBD-A3D9B734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BD9AB-7448-495C-A254-22BEC7BC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93B9A-A746-858F-F664-AC602552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2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4F04-00F1-3B4A-E690-141850AF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7D42FC-935D-24A6-878A-5E050480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93E15-0F4C-F107-0A9C-51D0098D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6BD19-65AE-3530-1673-ABEE4A99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2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F3740-3D9D-019D-2E97-A2C4F86B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AE6DC-A914-DE21-4E66-2601E9B1E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C53B-FBF7-89BC-088A-70774955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2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10FF-7F9C-A0F2-2FF2-D64FD9C8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0E658-7D5D-4698-959D-F41AF5547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86EDE-B749-30FB-862B-07BAB0B69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2CF99-2C62-B6B2-857A-4C9D90B7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2BDCC-A957-8962-5561-E32B1B6B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822B1-0359-72FC-740D-489E1F0E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4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B996-CEA5-B32F-3739-C1F6FED9B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6EACB-3B1D-AC17-AE4A-72168CD47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1B73C-A0C0-686F-A2D9-806E9F06C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0152A-B6C5-E7E6-05A7-B1462E84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D4707-7CB2-009F-D4B4-D5F8109C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9FE65-3D0C-F2B2-6781-7093483B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9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B2731-DE6B-DD2C-D1AB-F2305D8F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0471B-E9C5-D625-0AF9-B77E32975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5F264-8DB8-2E79-7403-39CCBDB3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A89A6-AB97-2350-60DD-7F3C1F07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7ED54-93A1-D0F7-DEB3-2E24A85E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3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765A3-20B3-C43F-439E-6E04412FF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41CA9-6986-C864-AE20-4AB53FF41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31881-3152-17F2-ADF5-037F65C8B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FED95-AD9E-BAC7-1671-078BA5E6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670E1-0248-43F8-6163-14AAF2D7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3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42FFFA-9934-83F6-E8B5-3FFD05B86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8FCD-28D4-3DB8-8A1F-9A1156090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BA897-982F-141F-2FEE-F2D88E2E5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B2D40-29C4-4C8F-9F83-5CFFA677BD2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0C8EB-1C66-2C97-31E7-337B58AEC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86B6-E134-CDB1-C26C-26C600A21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7E718-BAD6-4081-844C-F99FF884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3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uides.lib.wayne.edu/posters/latex" TargetMode="External"/><Relationship Id="rId3" Type="http://schemas.openxmlformats.org/officeDocument/2006/relationships/hyperlink" Target="https://www.ctan.org/pkg/tikzposter" TargetMode="External"/><Relationship Id="rId7" Type="http://schemas.openxmlformats.org/officeDocument/2006/relationships/hyperlink" Target="https://www.latextemplates.com/cat/conference-poster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brian-amberg.de/uni/poster/" TargetMode="External"/><Relationship Id="rId5" Type="http://schemas.openxmlformats.org/officeDocument/2006/relationships/hyperlink" Target="https://www.ctan.org/pkg/xebaposter" TargetMode="External"/><Relationship Id="rId10" Type="http://schemas.openxmlformats.org/officeDocument/2006/relationships/hyperlink" Target="https://sarahbeetham.weebly.com/tutorials/making-a-poster-with-beamer" TargetMode="External"/><Relationship Id="rId4" Type="http://schemas.openxmlformats.org/officeDocument/2006/relationships/hyperlink" Target="https://www.ctan.org/pkg/sciposter" TargetMode="External"/><Relationship Id="rId9" Type="http://schemas.openxmlformats.org/officeDocument/2006/relationships/hyperlink" Target="https://latex-cookbook.net/poster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8C95AF-01F0-FBED-09ED-6DD73992F3D7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B77CBD-6C7D-43F5-6F47-0D4562D645D0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1B6CDB-661C-6321-1B72-AEBDE7258C3F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A86C13-D56A-3D01-7741-92F851017F91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2F1100-0C72-F32B-F201-9C577D552784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Presentations with Beamer</a:t>
            </a:r>
          </a:p>
        </p:txBody>
      </p:sp>
    </p:spTree>
    <p:extLst>
      <p:ext uri="{BB962C8B-B14F-4D97-AF65-F5344CB8AC3E}">
        <p14:creationId xmlns:p14="http://schemas.microsoft.com/office/powerpoint/2010/main" val="264178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D44A0A-F700-B06C-74EA-539E53506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1462600"/>
            <a:ext cx="6772275" cy="50863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63B4B6-CC81-9577-30E4-E4CAA95FE506}"/>
              </a:ext>
            </a:extLst>
          </p:cNvPr>
          <p:cNvSpPr/>
          <p:nvPr/>
        </p:nvSpPr>
        <p:spPr>
          <a:xfrm>
            <a:off x="661181" y="337627"/>
            <a:ext cx="4276579" cy="78779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Example </a:t>
            </a:r>
          </a:p>
        </p:txBody>
      </p:sp>
    </p:spTree>
    <p:extLst>
      <p:ext uri="{BB962C8B-B14F-4D97-AF65-F5344CB8AC3E}">
        <p14:creationId xmlns:p14="http://schemas.microsoft.com/office/powerpoint/2010/main" val="405101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EED395-4EC1-4E65-605E-2AE7EE56898A}"/>
              </a:ext>
            </a:extLst>
          </p:cNvPr>
          <p:cNvSpPr/>
          <p:nvPr/>
        </p:nvSpPr>
        <p:spPr>
          <a:xfrm>
            <a:off x="661181" y="337627"/>
            <a:ext cx="5711484" cy="98473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Regarding User Guide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2447EF-1FF9-F824-D58F-F450F9A11235}"/>
              </a:ext>
            </a:extLst>
          </p:cNvPr>
          <p:cNvGrpSpPr/>
          <p:nvPr/>
        </p:nvGrpSpPr>
        <p:grpSpPr>
          <a:xfrm>
            <a:off x="1083212" y="2239989"/>
            <a:ext cx="5697416" cy="481525"/>
            <a:chOff x="1083212" y="2239989"/>
            <a:chExt cx="5697416" cy="4815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6E4898-8D84-3D76-B9EF-B99818847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14565" y="2239989"/>
              <a:ext cx="4966063" cy="481525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D577044-A9FA-0223-0DCB-D94F4FC3A305}"/>
                </a:ext>
              </a:extLst>
            </p:cNvPr>
            <p:cNvSpPr/>
            <p:nvPr/>
          </p:nvSpPr>
          <p:spPr>
            <a:xfrm>
              <a:off x="1083212" y="2239989"/>
              <a:ext cx="450166" cy="4642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B59547-F835-F020-508D-124480449B92}"/>
              </a:ext>
            </a:extLst>
          </p:cNvPr>
          <p:cNvGrpSpPr/>
          <p:nvPr/>
        </p:nvGrpSpPr>
        <p:grpSpPr>
          <a:xfrm>
            <a:off x="1083212" y="3054886"/>
            <a:ext cx="5697415" cy="481525"/>
            <a:chOff x="1083212" y="3054886"/>
            <a:chExt cx="5697415" cy="48152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C9D855-BD2E-320B-8E03-F0AF7D5C9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4565" y="3054886"/>
              <a:ext cx="4966062" cy="481525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CF5CC65-ED14-5D89-D814-95CE89C72D76}"/>
                </a:ext>
              </a:extLst>
            </p:cNvPr>
            <p:cNvSpPr/>
            <p:nvPr/>
          </p:nvSpPr>
          <p:spPr>
            <a:xfrm>
              <a:off x="1083212" y="3054886"/>
              <a:ext cx="450166" cy="4642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0A929D-B1A2-FCFB-A285-B962EE1FCAF5}"/>
              </a:ext>
            </a:extLst>
          </p:cNvPr>
          <p:cNvGrpSpPr/>
          <p:nvPr/>
        </p:nvGrpSpPr>
        <p:grpSpPr>
          <a:xfrm>
            <a:off x="1083212" y="3895722"/>
            <a:ext cx="7343336" cy="490173"/>
            <a:chOff x="1083212" y="3895722"/>
            <a:chExt cx="7343336" cy="49017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BD91A25-5817-0081-3B87-FD63144BA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4565" y="3895722"/>
              <a:ext cx="3419768" cy="4815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2A44458-8B7C-9ECE-93BE-3E373C3FF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5239" y="3895722"/>
              <a:ext cx="2841309" cy="481525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D23181-CF4F-F025-23DF-071B4E190397}"/>
                </a:ext>
              </a:extLst>
            </p:cNvPr>
            <p:cNvSpPr/>
            <p:nvPr/>
          </p:nvSpPr>
          <p:spPr>
            <a:xfrm>
              <a:off x="1083212" y="3921661"/>
              <a:ext cx="450166" cy="4642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A5AC19-8F41-193C-21F1-0FBD91C2475E}"/>
              </a:ext>
            </a:extLst>
          </p:cNvPr>
          <p:cNvGrpSpPr/>
          <p:nvPr/>
        </p:nvGrpSpPr>
        <p:grpSpPr>
          <a:xfrm>
            <a:off x="1083212" y="4736558"/>
            <a:ext cx="4151121" cy="481525"/>
            <a:chOff x="1083212" y="4736558"/>
            <a:chExt cx="4151121" cy="48152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AEB1D9E-8CC7-1E9F-D591-5DB5C7E8B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14565" y="4736558"/>
              <a:ext cx="3419768" cy="481525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4DD86CE-F3C3-C400-EB4C-3FDDD27296A1}"/>
                </a:ext>
              </a:extLst>
            </p:cNvPr>
            <p:cNvSpPr/>
            <p:nvPr/>
          </p:nvSpPr>
          <p:spPr>
            <a:xfrm>
              <a:off x="1083212" y="4736558"/>
              <a:ext cx="450166" cy="4642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CA78E6-434B-8FCD-7314-DF6D086474EE}"/>
              </a:ext>
            </a:extLst>
          </p:cNvPr>
          <p:cNvGrpSpPr/>
          <p:nvPr/>
        </p:nvGrpSpPr>
        <p:grpSpPr>
          <a:xfrm>
            <a:off x="1083212" y="5551455"/>
            <a:ext cx="4151119" cy="518015"/>
            <a:chOff x="1083212" y="5551455"/>
            <a:chExt cx="4151119" cy="51801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220E0C3-9B35-1CFD-06FC-603B98AC4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14564" y="5587945"/>
              <a:ext cx="3419767" cy="481525"/>
            </a:xfrm>
            <a:prstGeom prst="rect">
              <a:avLst/>
            </a:prstGeom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4A703B9-B970-7EE6-F258-1AD172E44776}"/>
                </a:ext>
              </a:extLst>
            </p:cNvPr>
            <p:cNvSpPr/>
            <p:nvPr/>
          </p:nvSpPr>
          <p:spPr>
            <a:xfrm>
              <a:off x="1083212" y="5551455"/>
              <a:ext cx="450166" cy="4642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378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00D22D-E2A0-6806-5ED6-A7BECA2FFD02}"/>
              </a:ext>
            </a:extLst>
          </p:cNvPr>
          <p:cNvSpPr/>
          <p:nvPr/>
        </p:nvSpPr>
        <p:spPr>
          <a:xfrm>
            <a:off x="661181" y="337627"/>
            <a:ext cx="5711484" cy="98473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 Specification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C16E6-7352-140B-FEBE-92B4B79FA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52" y="2094840"/>
            <a:ext cx="10396025" cy="35885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432071-BBCF-EC4B-3FBC-CAC9096A640F}"/>
              </a:ext>
            </a:extLst>
          </p:cNvPr>
          <p:cNvSpPr txBox="1"/>
          <p:nvPr/>
        </p:nvSpPr>
        <p:spPr>
          <a:xfrm>
            <a:off x="1062109" y="5683348"/>
            <a:ext cx="4705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*Table from: LaTeX in 24 Hours Book - Dilip Datta </a:t>
            </a:r>
          </a:p>
        </p:txBody>
      </p:sp>
    </p:spTree>
    <p:extLst>
      <p:ext uri="{BB962C8B-B14F-4D97-AF65-F5344CB8AC3E}">
        <p14:creationId xmlns:p14="http://schemas.microsoft.com/office/powerpoint/2010/main" val="287059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AA6599-6B40-B7B9-84D0-870EF0F8708D}"/>
              </a:ext>
            </a:extLst>
          </p:cNvPr>
          <p:cNvSpPr/>
          <p:nvPr/>
        </p:nvSpPr>
        <p:spPr>
          <a:xfrm>
            <a:off x="661181" y="337627"/>
            <a:ext cx="4543865" cy="64711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Beamer Handout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B43093-4A9D-DC52-55E3-F3128EE7D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4" y="-10557"/>
            <a:ext cx="4876800" cy="687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53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B7FE36-59A9-15FF-C63C-C61CAEBEAF7F}"/>
              </a:ext>
            </a:extLst>
          </p:cNvPr>
          <p:cNvSpPr/>
          <p:nvPr/>
        </p:nvSpPr>
        <p:spPr>
          <a:xfrm>
            <a:off x="576775" y="267290"/>
            <a:ext cx="3545059" cy="52050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Beamer Poster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3D6A48-5DC2-711A-B6CB-F86E574DC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76" y="1050709"/>
            <a:ext cx="9411285" cy="580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5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694B0B-2823-DCDC-5C39-918F07E99159}"/>
              </a:ext>
            </a:extLst>
          </p:cNvPr>
          <p:cNvSpPr/>
          <p:nvPr/>
        </p:nvSpPr>
        <p:spPr>
          <a:xfrm>
            <a:off x="576775" y="267289"/>
            <a:ext cx="5655213" cy="70338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Beamer Poster Resources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43BFC0-62F5-4CCF-31D5-CF68F70D25E8}"/>
              </a:ext>
            </a:extLst>
          </p:cNvPr>
          <p:cNvSpPr/>
          <p:nvPr/>
        </p:nvSpPr>
        <p:spPr>
          <a:xfrm>
            <a:off x="1308294" y="1167618"/>
            <a:ext cx="10100603" cy="327777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Packages:</a:t>
            </a:r>
          </a:p>
          <a:p>
            <a:r>
              <a:rPr lang="en-US" sz="2400" dirty="0">
                <a:solidFill>
                  <a:schemeClr val="tx1"/>
                </a:solidFill>
                <a:latin typeface="Helvetica" panose="020B0604020202020204" pitchFamily="34" charset="0"/>
              </a:rPr>
              <a:t>	1.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tikzposter</a:t>
            </a:r>
            <a:r>
              <a:rPr lang="en-US" sz="240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– Create scientific posters using </a:t>
            </a:r>
            <a:r>
              <a:rPr lang="en-US" sz="240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TikZ</a:t>
            </a:r>
            <a:endParaRPr lang="en-US" sz="280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r>
              <a:rPr lang="en-US" sz="2800" dirty="0">
                <a:solidFill>
                  <a:srgbClr val="424285"/>
                </a:solidFill>
                <a:latin typeface="Helvetica" panose="020B0604020202020204" pitchFamily="34" charset="0"/>
              </a:rPr>
              <a:t>		</a:t>
            </a:r>
            <a:r>
              <a:rPr lang="en-US" sz="2000" dirty="0">
                <a:solidFill>
                  <a:schemeClr val="accent1"/>
                </a:solidFill>
                <a:latin typeface="Helvetica" panose="020B0604020202020204" pitchFamily="34" charset="0"/>
                <a:hlinkClick r:id="rId3"/>
              </a:rPr>
              <a:t>https://www.ctan.org/pkg/tikzposter</a:t>
            </a:r>
            <a:endParaRPr lang="en-US" sz="2000" dirty="0">
              <a:solidFill>
                <a:schemeClr val="accent1"/>
              </a:solidFill>
              <a:latin typeface="Helvetica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Helvetica" panose="020B0604020202020204" pitchFamily="34" charset="0"/>
              </a:rPr>
              <a:t>	2. </a:t>
            </a:r>
            <a:r>
              <a:rPr lang="en-US" sz="2400" dirty="0" err="1">
                <a:solidFill>
                  <a:schemeClr val="tx1"/>
                </a:solidFill>
                <a:latin typeface="Helvetica" panose="020B0604020202020204" pitchFamily="34" charset="0"/>
              </a:rPr>
              <a:t>sciposter</a:t>
            </a:r>
            <a:r>
              <a:rPr lang="en-US" sz="2400" dirty="0">
                <a:solidFill>
                  <a:schemeClr val="tx1"/>
                </a:solidFill>
                <a:latin typeface="Helvetica" panose="020B0604020202020204" pitchFamily="34" charset="0"/>
              </a:rPr>
              <a:t> – Make posters of ISO A3 size and larger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		</a:t>
            </a:r>
            <a:r>
              <a:rPr lang="en-US" sz="2000" dirty="0">
                <a:solidFill>
                  <a:schemeClr val="accent1"/>
                </a:solidFill>
                <a:latin typeface="Helvetica" panose="020B0604020202020204" pitchFamily="34" charset="0"/>
                <a:hlinkClick r:id="rId4"/>
              </a:rPr>
              <a:t>https://www.ctan.org/pkg/sciposter</a:t>
            </a:r>
            <a:endParaRPr lang="en-US" sz="2000" dirty="0">
              <a:solidFill>
                <a:schemeClr val="accent1"/>
              </a:solidFill>
              <a:latin typeface="Helvetica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Helvetica" panose="020B0604020202020204" pitchFamily="34" charset="0"/>
              </a:rPr>
              <a:t>	3. </a:t>
            </a:r>
            <a:r>
              <a:rPr lang="en-US" sz="2400" dirty="0" err="1">
                <a:solidFill>
                  <a:schemeClr val="tx1"/>
                </a:solidFill>
                <a:latin typeface="Helvetica" panose="020B0604020202020204" pitchFamily="34" charset="0"/>
              </a:rPr>
              <a:t>xebaposter</a:t>
            </a:r>
            <a:r>
              <a:rPr lang="en-US" sz="2400" dirty="0">
                <a:solidFill>
                  <a:schemeClr val="tx1"/>
                </a:solidFill>
                <a:latin typeface="Helvetica" panose="020B0604020202020204" pitchFamily="34" charset="0"/>
              </a:rPr>
              <a:t> – Create Persian/Latin posters using </a:t>
            </a:r>
            <a:r>
              <a:rPr lang="en-US" sz="2400" dirty="0" err="1">
                <a:solidFill>
                  <a:schemeClr val="tx1"/>
                </a:solidFill>
                <a:latin typeface="Helvetica" panose="020B0604020202020204" pitchFamily="34" charset="0"/>
              </a:rPr>
              <a:t>TikZ</a:t>
            </a:r>
            <a:endParaRPr lang="en-US" sz="2400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Helvetica" panose="020B0604020202020204" pitchFamily="34" charset="0"/>
              </a:rPr>
              <a:t>		</a:t>
            </a:r>
            <a:r>
              <a:rPr lang="en-US" sz="2000" dirty="0">
                <a:solidFill>
                  <a:schemeClr val="accent1"/>
                </a:solidFill>
                <a:latin typeface="Helvetica" panose="020B0604020202020204" pitchFamily="34" charset="0"/>
                <a:hlinkClick r:id="rId5"/>
              </a:rPr>
              <a:t>https://www.ctan.org/pkg/xebaposter</a:t>
            </a:r>
            <a:endParaRPr lang="en-US" sz="2000" dirty="0">
              <a:solidFill>
                <a:schemeClr val="accent1"/>
              </a:solidFill>
              <a:latin typeface="Helvetica" panose="020B0604020202020204" pitchFamily="34" charset="0"/>
            </a:endParaRPr>
          </a:p>
          <a:p>
            <a:r>
              <a:rPr lang="en-US" sz="2000" dirty="0">
                <a:solidFill>
                  <a:schemeClr val="accent1"/>
                </a:solidFill>
                <a:latin typeface="Helvetica" panose="020B0604020202020204" pitchFamily="34" charset="0"/>
              </a:rPr>
              <a:t>		</a:t>
            </a:r>
            <a:r>
              <a:rPr lang="en-US" sz="2000" b="1" dirty="0">
                <a:solidFill>
                  <a:schemeClr val="tx1"/>
                </a:solidFill>
                <a:latin typeface="Helvetica" panose="020B0604020202020204" pitchFamily="34" charset="0"/>
              </a:rPr>
              <a:t>Forked from:</a:t>
            </a:r>
            <a:r>
              <a:rPr lang="en-US" sz="2000" dirty="0">
                <a:solidFill>
                  <a:schemeClr val="accent1"/>
                </a:solidFill>
                <a:latin typeface="Helvetica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  <a:latin typeface="Helvetica" panose="020B0604020202020204" pitchFamily="34" charset="0"/>
                <a:hlinkClick r:id="rId6"/>
              </a:rPr>
              <a:t>http://www.brian-amberg.de/uni/poster/</a:t>
            </a:r>
            <a:endParaRPr lang="en-US" sz="2000" dirty="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EFE8B3-22C4-28E2-5BA2-BDDF49767001}"/>
              </a:ext>
            </a:extLst>
          </p:cNvPr>
          <p:cNvSpPr/>
          <p:nvPr/>
        </p:nvSpPr>
        <p:spPr>
          <a:xfrm>
            <a:off x="1221544" y="4600136"/>
            <a:ext cx="10100603" cy="199057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Resources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Conference Posters: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https://www.latextemplates.com/cat/conference-posters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Creating Research Posters: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https://guides.lib.wayne.edu/posters/latex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 Poster with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TikZ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LaTeX Cookbook: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https://latex-cookbook.net/poster/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 Making a Poster with Beamer: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https://sarahbeetham.weebly.com/tutorials/making-a-poster-with-beamer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01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D833E5EB-ACFD-4E47-9E12-8B2136E2316A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15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220</Words>
  <Application>Microsoft Office PowerPoint</Application>
  <PresentationFormat>Widescreen</PresentationFormat>
  <Paragraphs>31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20</cp:revision>
  <dcterms:created xsi:type="dcterms:W3CDTF">2023-08-20T14:02:23Z</dcterms:created>
  <dcterms:modified xsi:type="dcterms:W3CDTF">2023-09-14T14:33:46Z</dcterms:modified>
</cp:coreProperties>
</file>