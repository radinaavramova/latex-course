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58" r:id="rId3"/>
    <p:sldId id="261" r:id="rId4"/>
    <p:sldId id="262" r:id="rId5"/>
    <p:sldId id="263" r:id="rId6"/>
    <p:sldId id="259" r:id="rId7"/>
    <p:sldId id="264" r:id="rId8"/>
    <p:sldId id="257"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CC99"/>
    <a:srgbClr val="CCFF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79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4B4FB9B-5540-4FD3-AD84-E0994090DDA6}" type="datetimeFigureOut">
              <a:rPr lang="en-US" smtClean="0"/>
              <a:t>10/25/2023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6D9944-B614-4EE7-9AAF-B639AF5E9532}" type="slidenum">
              <a:rPr lang="en-US" smtClean="0"/>
              <a:t>‹#›</a:t>
            </a:fld>
            <a:endParaRPr lang="en-US"/>
          </a:p>
        </p:txBody>
      </p:sp>
    </p:spTree>
    <p:extLst>
      <p:ext uri="{BB962C8B-B14F-4D97-AF65-F5344CB8AC3E}">
        <p14:creationId xmlns:p14="http://schemas.microsoft.com/office/powerpoint/2010/main" val="20652123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26D9944-B614-4EE7-9AAF-B639AF5E9532}" type="slidenum">
              <a:rPr lang="en-US" smtClean="0"/>
              <a:t>2</a:t>
            </a:fld>
            <a:endParaRPr lang="en-US"/>
          </a:p>
        </p:txBody>
      </p:sp>
    </p:spTree>
    <p:extLst>
      <p:ext uri="{BB962C8B-B14F-4D97-AF65-F5344CB8AC3E}">
        <p14:creationId xmlns:p14="http://schemas.microsoft.com/office/powerpoint/2010/main" val="17447534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26D9944-B614-4EE7-9AAF-B639AF5E9532}" type="slidenum">
              <a:rPr lang="en-US" smtClean="0"/>
              <a:t>3</a:t>
            </a:fld>
            <a:endParaRPr lang="en-US"/>
          </a:p>
        </p:txBody>
      </p:sp>
    </p:spTree>
    <p:extLst>
      <p:ext uri="{BB962C8B-B14F-4D97-AF65-F5344CB8AC3E}">
        <p14:creationId xmlns:p14="http://schemas.microsoft.com/office/powerpoint/2010/main" val="39769052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1877F-D85C-9F35-88BE-B5D988F9B26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73438A7-A3BB-903E-0BCB-9E0F77877B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A43536C-24D4-A43A-25B7-B693183DB28D}"/>
              </a:ext>
            </a:extLst>
          </p:cNvPr>
          <p:cNvSpPr>
            <a:spLocks noGrp="1"/>
          </p:cNvSpPr>
          <p:nvPr>
            <p:ph type="dt" sz="half" idx="10"/>
          </p:nvPr>
        </p:nvSpPr>
        <p:spPr/>
        <p:txBody>
          <a:bodyPr/>
          <a:lstStyle/>
          <a:p>
            <a:fld id="{F208E1EB-64D1-45A2-A2CF-5509BEDAFEEF}" type="datetimeFigureOut">
              <a:rPr lang="en-US" smtClean="0"/>
              <a:t>10/25/2023</a:t>
            </a:fld>
            <a:endParaRPr lang="en-US"/>
          </a:p>
        </p:txBody>
      </p:sp>
      <p:sp>
        <p:nvSpPr>
          <p:cNvPr id="5" name="Footer Placeholder 4">
            <a:extLst>
              <a:ext uri="{FF2B5EF4-FFF2-40B4-BE49-F238E27FC236}">
                <a16:creationId xmlns:a16="http://schemas.microsoft.com/office/drawing/2014/main" id="{25ACF320-E2C1-160E-11F1-113A0E828F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D88460-6271-FA97-723C-D00869DA1598}"/>
              </a:ext>
            </a:extLst>
          </p:cNvPr>
          <p:cNvSpPr>
            <a:spLocks noGrp="1"/>
          </p:cNvSpPr>
          <p:nvPr>
            <p:ph type="sldNum" sz="quarter" idx="12"/>
          </p:nvPr>
        </p:nvSpPr>
        <p:spPr/>
        <p:txBody>
          <a:bodyPr/>
          <a:lstStyle/>
          <a:p>
            <a:fld id="{8594AC40-0A64-45C3-9297-813359D8583F}" type="slidenum">
              <a:rPr lang="en-US" smtClean="0"/>
              <a:t>‹#›</a:t>
            </a:fld>
            <a:endParaRPr lang="en-US"/>
          </a:p>
        </p:txBody>
      </p:sp>
    </p:spTree>
    <p:extLst>
      <p:ext uri="{BB962C8B-B14F-4D97-AF65-F5344CB8AC3E}">
        <p14:creationId xmlns:p14="http://schemas.microsoft.com/office/powerpoint/2010/main" val="5961423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F8BE1C-C833-66B5-6AB2-5D9F4AA1BA0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EF48843-1AB1-17E3-53EE-98B6EF8179C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EEA4DEA-748E-106E-8908-9595ABDAB82E}"/>
              </a:ext>
            </a:extLst>
          </p:cNvPr>
          <p:cNvSpPr>
            <a:spLocks noGrp="1"/>
          </p:cNvSpPr>
          <p:nvPr>
            <p:ph type="dt" sz="half" idx="10"/>
          </p:nvPr>
        </p:nvSpPr>
        <p:spPr/>
        <p:txBody>
          <a:bodyPr/>
          <a:lstStyle/>
          <a:p>
            <a:fld id="{F208E1EB-64D1-45A2-A2CF-5509BEDAFEEF}" type="datetimeFigureOut">
              <a:rPr lang="en-US" smtClean="0"/>
              <a:t>10/25/2023</a:t>
            </a:fld>
            <a:endParaRPr lang="en-US"/>
          </a:p>
        </p:txBody>
      </p:sp>
      <p:sp>
        <p:nvSpPr>
          <p:cNvPr id="5" name="Footer Placeholder 4">
            <a:extLst>
              <a:ext uri="{FF2B5EF4-FFF2-40B4-BE49-F238E27FC236}">
                <a16:creationId xmlns:a16="http://schemas.microsoft.com/office/drawing/2014/main" id="{8C8C714B-D0FA-2EAE-440F-0416E44D8D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E3CB5A-A788-FF59-1357-DE7FE2D1CE39}"/>
              </a:ext>
            </a:extLst>
          </p:cNvPr>
          <p:cNvSpPr>
            <a:spLocks noGrp="1"/>
          </p:cNvSpPr>
          <p:nvPr>
            <p:ph type="sldNum" sz="quarter" idx="12"/>
          </p:nvPr>
        </p:nvSpPr>
        <p:spPr/>
        <p:txBody>
          <a:bodyPr/>
          <a:lstStyle/>
          <a:p>
            <a:fld id="{8594AC40-0A64-45C3-9297-813359D8583F}" type="slidenum">
              <a:rPr lang="en-US" smtClean="0"/>
              <a:t>‹#›</a:t>
            </a:fld>
            <a:endParaRPr lang="en-US"/>
          </a:p>
        </p:txBody>
      </p:sp>
    </p:spTree>
    <p:extLst>
      <p:ext uri="{BB962C8B-B14F-4D97-AF65-F5344CB8AC3E}">
        <p14:creationId xmlns:p14="http://schemas.microsoft.com/office/powerpoint/2010/main" val="34836382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963AA-44BC-5A0F-5E0E-CDCCC1DB009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49CE2F6-592A-DBF6-C7CB-EC373614D7C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E2E0C58-43ED-112F-D79B-67C84159E5F3}"/>
              </a:ext>
            </a:extLst>
          </p:cNvPr>
          <p:cNvSpPr>
            <a:spLocks noGrp="1"/>
          </p:cNvSpPr>
          <p:nvPr>
            <p:ph type="dt" sz="half" idx="10"/>
          </p:nvPr>
        </p:nvSpPr>
        <p:spPr/>
        <p:txBody>
          <a:bodyPr/>
          <a:lstStyle/>
          <a:p>
            <a:fld id="{F208E1EB-64D1-45A2-A2CF-5509BEDAFEEF}" type="datetimeFigureOut">
              <a:rPr lang="en-US" smtClean="0"/>
              <a:t>10/25/2023</a:t>
            </a:fld>
            <a:endParaRPr lang="en-US"/>
          </a:p>
        </p:txBody>
      </p:sp>
      <p:sp>
        <p:nvSpPr>
          <p:cNvPr id="5" name="Footer Placeholder 4">
            <a:extLst>
              <a:ext uri="{FF2B5EF4-FFF2-40B4-BE49-F238E27FC236}">
                <a16:creationId xmlns:a16="http://schemas.microsoft.com/office/drawing/2014/main" id="{A588F74F-9512-2A3B-765D-11A1342627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5DEC7D-CEA6-E0F9-8447-2E65D12F4669}"/>
              </a:ext>
            </a:extLst>
          </p:cNvPr>
          <p:cNvSpPr>
            <a:spLocks noGrp="1"/>
          </p:cNvSpPr>
          <p:nvPr>
            <p:ph type="sldNum" sz="quarter" idx="12"/>
          </p:nvPr>
        </p:nvSpPr>
        <p:spPr/>
        <p:txBody>
          <a:bodyPr/>
          <a:lstStyle/>
          <a:p>
            <a:fld id="{8594AC40-0A64-45C3-9297-813359D8583F}" type="slidenum">
              <a:rPr lang="en-US" smtClean="0"/>
              <a:t>‹#›</a:t>
            </a:fld>
            <a:endParaRPr lang="en-US"/>
          </a:p>
        </p:txBody>
      </p:sp>
    </p:spTree>
    <p:extLst>
      <p:ext uri="{BB962C8B-B14F-4D97-AF65-F5344CB8AC3E}">
        <p14:creationId xmlns:p14="http://schemas.microsoft.com/office/powerpoint/2010/main" val="15409300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9F076F-26B8-10B6-9D29-F1E4724F375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D845A5F-5593-3402-771A-3FAB4952EEE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966DB74-3A82-96FE-EC27-129C6D302B2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9568232-3297-0BED-10DF-E612B5C08C9B}"/>
              </a:ext>
            </a:extLst>
          </p:cNvPr>
          <p:cNvSpPr>
            <a:spLocks noGrp="1"/>
          </p:cNvSpPr>
          <p:nvPr>
            <p:ph type="dt" sz="half" idx="10"/>
          </p:nvPr>
        </p:nvSpPr>
        <p:spPr/>
        <p:txBody>
          <a:bodyPr/>
          <a:lstStyle/>
          <a:p>
            <a:fld id="{F208E1EB-64D1-45A2-A2CF-5509BEDAFEEF}" type="datetimeFigureOut">
              <a:rPr lang="en-US" smtClean="0"/>
              <a:t>10/25/2023</a:t>
            </a:fld>
            <a:endParaRPr lang="en-US"/>
          </a:p>
        </p:txBody>
      </p:sp>
      <p:sp>
        <p:nvSpPr>
          <p:cNvPr id="6" name="Footer Placeholder 5">
            <a:extLst>
              <a:ext uri="{FF2B5EF4-FFF2-40B4-BE49-F238E27FC236}">
                <a16:creationId xmlns:a16="http://schemas.microsoft.com/office/drawing/2014/main" id="{19F7AF00-C8E6-9632-8562-959965180F9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918D6E9-A9B0-1076-3592-DE49ABE2D150}"/>
              </a:ext>
            </a:extLst>
          </p:cNvPr>
          <p:cNvSpPr>
            <a:spLocks noGrp="1"/>
          </p:cNvSpPr>
          <p:nvPr>
            <p:ph type="sldNum" sz="quarter" idx="12"/>
          </p:nvPr>
        </p:nvSpPr>
        <p:spPr/>
        <p:txBody>
          <a:bodyPr/>
          <a:lstStyle/>
          <a:p>
            <a:fld id="{8594AC40-0A64-45C3-9297-813359D8583F}" type="slidenum">
              <a:rPr lang="en-US" smtClean="0"/>
              <a:t>‹#›</a:t>
            </a:fld>
            <a:endParaRPr lang="en-US"/>
          </a:p>
        </p:txBody>
      </p:sp>
    </p:spTree>
    <p:extLst>
      <p:ext uri="{BB962C8B-B14F-4D97-AF65-F5344CB8AC3E}">
        <p14:creationId xmlns:p14="http://schemas.microsoft.com/office/powerpoint/2010/main" val="3103918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E751C-1FC7-38F8-87C7-E73A9E61F23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7931B74-BF91-80CF-6E41-57FEF0C7C67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026EAFC-57C6-F8BB-9F8B-F9943DFD909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9DD1202-15F6-2112-E1E1-5A80A2A433F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21215B0-A48A-239D-C7E6-D8E858AC066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46415F2-BB28-5887-2D66-E8386EF4CFE5}"/>
              </a:ext>
            </a:extLst>
          </p:cNvPr>
          <p:cNvSpPr>
            <a:spLocks noGrp="1"/>
          </p:cNvSpPr>
          <p:nvPr>
            <p:ph type="dt" sz="half" idx="10"/>
          </p:nvPr>
        </p:nvSpPr>
        <p:spPr/>
        <p:txBody>
          <a:bodyPr/>
          <a:lstStyle/>
          <a:p>
            <a:fld id="{F208E1EB-64D1-45A2-A2CF-5509BEDAFEEF}" type="datetimeFigureOut">
              <a:rPr lang="en-US" smtClean="0"/>
              <a:t>10/25/2023</a:t>
            </a:fld>
            <a:endParaRPr lang="en-US"/>
          </a:p>
        </p:txBody>
      </p:sp>
      <p:sp>
        <p:nvSpPr>
          <p:cNvPr id="8" name="Footer Placeholder 7">
            <a:extLst>
              <a:ext uri="{FF2B5EF4-FFF2-40B4-BE49-F238E27FC236}">
                <a16:creationId xmlns:a16="http://schemas.microsoft.com/office/drawing/2014/main" id="{7D1D400D-66E8-3A45-50A4-ACA95B949AB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BD2D81F-6D36-83FF-F4D4-EC3C43DA0E9A}"/>
              </a:ext>
            </a:extLst>
          </p:cNvPr>
          <p:cNvSpPr>
            <a:spLocks noGrp="1"/>
          </p:cNvSpPr>
          <p:nvPr>
            <p:ph type="sldNum" sz="quarter" idx="12"/>
          </p:nvPr>
        </p:nvSpPr>
        <p:spPr/>
        <p:txBody>
          <a:bodyPr/>
          <a:lstStyle/>
          <a:p>
            <a:fld id="{8594AC40-0A64-45C3-9297-813359D8583F}" type="slidenum">
              <a:rPr lang="en-US" smtClean="0"/>
              <a:t>‹#›</a:t>
            </a:fld>
            <a:endParaRPr lang="en-US"/>
          </a:p>
        </p:txBody>
      </p:sp>
    </p:spTree>
    <p:extLst>
      <p:ext uri="{BB962C8B-B14F-4D97-AF65-F5344CB8AC3E}">
        <p14:creationId xmlns:p14="http://schemas.microsoft.com/office/powerpoint/2010/main" val="30049073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4E9066-DC55-2BA5-5BB1-3DF902E415C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9BB8CB5-A949-2CDE-1C68-DF2F3CF29F82}"/>
              </a:ext>
            </a:extLst>
          </p:cNvPr>
          <p:cNvSpPr>
            <a:spLocks noGrp="1"/>
          </p:cNvSpPr>
          <p:nvPr>
            <p:ph type="dt" sz="half" idx="10"/>
          </p:nvPr>
        </p:nvSpPr>
        <p:spPr/>
        <p:txBody>
          <a:bodyPr/>
          <a:lstStyle/>
          <a:p>
            <a:fld id="{F208E1EB-64D1-45A2-A2CF-5509BEDAFEEF}" type="datetimeFigureOut">
              <a:rPr lang="en-US" smtClean="0"/>
              <a:t>10/25/2023</a:t>
            </a:fld>
            <a:endParaRPr lang="en-US"/>
          </a:p>
        </p:txBody>
      </p:sp>
      <p:sp>
        <p:nvSpPr>
          <p:cNvPr id="4" name="Footer Placeholder 3">
            <a:extLst>
              <a:ext uri="{FF2B5EF4-FFF2-40B4-BE49-F238E27FC236}">
                <a16:creationId xmlns:a16="http://schemas.microsoft.com/office/drawing/2014/main" id="{14BA09C5-36AF-292B-15A5-6ADC2271ADB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745F6CF-D81B-DFFC-97DE-F6ECB4D36055}"/>
              </a:ext>
            </a:extLst>
          </p:cNvPr>
          <p:cNvSpPr>
            <a:spLocks noGrp="1"/>
          </p:cNvSpPr>
          <p:nvPr>
            <p:ph type="sldNum" sz="quarter" idx="12"/>
          </p:nvPr>
        </p:nvSpPr>
        <p:spPr/>
        <p:txBody>
          <a:bodyPr/>
          <a:lstStyle/>
          <a:p>
            <a:fld id="{8594AC40-0A64-45C3-9297-813359D8583F}" type="slidenum">
              <a:rPr lang="en-US" smtClean="0"/>
              <a:t>‹#›</a:t>
            </a:fld>
            <a:endParaRPr lang="en-US"/>
          </a:p>
        </p:txBody>
      </p:sp>
    </p:spTree>
    <p:extLst>
      <p:ext uri="{BB962C8B-B14F-4D97-AF65-F5344CB8AC3E}">
        <p14:creationId xmlns:p14="http://schemas.microsoft.com/office/powerpoint/2010/main" val="3683647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D157A3C-84AE-BC13-4761-6DE46893EDC3}"/>
              </a:ext>
            </a:extLst>
          </p:cNvPr>
          <p:cNvSpPr>
            <a:spLocks noGrp="1"/>
          </p:cNvSpPr>
          <p:nvPr>
            <p:ph type="dt" sz="half" idx="10"/>
          </p:nvPr>
        </p:nvSpPr>
        <p:spPr/>
        <p:txBody>
          <a:bodyPr/>
          <a:lstStyle/>
          <a:p>
            <a:fld id="{F208E1EB-64D1-45A2-A2CF-5509BEDAFEEF}" type="datetimeFigureOut">
              <a:rPr lang="en-US" smtClean="0"/>
              <a:t>10/25/2023</a:t>
            </a:fld>
            <a:endParaRPr lang="en-US"/>
          </a:p>
        </p:txBody>
      </p:sp>
      <p:sp>
        <p:nvSpPr>
          <p:cNvPr id="3" name="Footer Placeholder 2">
            <a:extLst>
              <a:ext uri="{FF2B5EF4-FFF2-40B4-BE49-F238E27FC236}">
                <a16:creationId xmlns:a16="http://schemas.microsoft.com/office/drawing/2014/main" id="{D33E302E-5725-9631-1697-6F024FC06CE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C78E919-6552-1DD6-8ABD-743A239E0EE7}"/>
              </a:ext>
            </a:extLst>
          </p:cNvPr>
          <p:cNvSpPr>
            <a:spLocks noGrp="1"/>
          </p:cNvSpPr>
          <p:nvPr>
            <p:ph type="sldNum" sz="quarter" idx="12"/>
          </p:nvPr>
        </p:nvSpPr>
        <p:spPr/>
        <p:txBody>
          <a:bodyPr/>
          <a:lstStyle/>
          <a:p>
            <a:fld id="{8594AC40-0A64-45C3-9297-813359D8583F}" type="slidenum">
              <a:rPr lang="en-US" smtClean="0"/>
              <a:t>‹#›</a:t>
            </a:fld>
            <a:endParaRPr lang="en-US"/>
          </a:p>
        </p:txBody>
      </p:sp>
    </p:spTree>
    <p:extLst>
      <p:ext uri="{BB962C8B-B14F-4D97-AF65-F5344CB8AC3E}">
        <p14:creationId xmlns:p14="http://schemas.microsoft.com/office/powerpoint/2010/main" val="37990692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3D9940-C3F9-1AD8-2CD1-4783CBF32D1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2BABBC7-F58A-B948-EE34-2020A0418D3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039D4F1-6BBA-B8F3-FF5A-C6694BE796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757BC4B-8599-A340-1952-B980FF9F83B7}"/>
              </a:ext>
            </a:extLst>
          </p:cNvPr>
          <p:cNvSpPr>
            <a:spLocks noGrp="1"/>
          </p:cNvSpPr>
          <p:nvPr>
            <p:ph type="dt" sz="half" idx="10"/>
          </p:nvPr>
        </p:nvSpPr>
        <p:spPr/>
        <p:txBody>
          <a:bodyPr/>
          <a:lstStyle/>
          <a:p>
            <a:fld id="{F208E1EB-64D1-45A2-A2CF-5509BEDAFEEF}" type="datetimeFigureOut">
              <a:rPr lang="en-US" smtClean="0"/>
              <a:t>10/25/2023</a:t>
            </a:fld>
            <a:endParaRPr lang="en-US"/>
          </a:p>
        </p:txBody>
      </p:sp>
      <p:sp>
        <p:nvSpPr>
          <p:cNvPr id="6" name="Footer Placeholder 5">
            <a:extLst>
              <a:ext uri="{FF2B5EF4-FFF2-40B4-BE49-F238E27FC236}">
                <a16:creationId xmlns:a16="http://schemas.microsoft.com/office/drawing/2014/main" id="{B963F6CD-303D-F3E6-D65B-1192E09A9F3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09ED6B3-3DC1-08F4-52FC-C710A6F07210}"/>
              </a:ext>
            </a:extLst>
          </p:cNvPr>
          <p:cNvSpPr>
            <a:spLocks noGrp="1"/>
          </p:cNvSpPr>
          <p:nvPr>
            <p:ph type="sldNum" sz="quarter" idx="12"/>
          </p:nvPr>
        </p:nvSpPr>
        <p:spPr/>
        <p:txBody>
          <a:bodyPr/>
          <a:lstStyle/>
          <a:p>
            <a:fld id="{8594AC40-0A64-45C3-9297-813359D8583F}" type="slidenum">
              <a:rPr lang="en-US" smtClean="0"/>
              <a:t>‹#›</a:t>
            </a:fld>
            <a:endParaRPr lang="en-US"/>
          </a:p>
        </p:txBody>
      </p:sp>
    </p:spTree>
    <p:extLst>
      <p:ext uri="{BB962C8B-B14F-4D97-AF65-F5344CB8AC3E}">
        <p14:creationId xmlns:p14="http://schemas.microsoft.com/office/powerpoint/2010/main" val="7554494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1E99B-EB05-B9A3-4650-3A033C9ADB1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02D57E5-7724-9948-0335-96225478AB9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9D269D1-9D25-19C6-A3DB-DD8B0B80F2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83DDCB-D67C-614C-6A30-3D488B1D2153}"/>
              </a:ext>
            </a:extLst>
          </p:cNvPr>
          <p:cNvSpPr>
            <a:spLocks noGrp="1"/>
          </p:cNvSpPr>
          <p:nvPr>
            <p:ph type="dt" sz="half" idx="10"/>
          </p:nvPr>
        </p:nvSpPr>
        <p:spPr/>
        <p:txBody>
          <a:bodyPr/>
          <a:lstStyle/>
          <a:p>
            <a:fld id="{F208E1EB-64D1-45A2-A2CF-5509BEDAFEEF}" type="datetimeFigureOut">
              <a:rPr lang="en-US" smtClean="0"/>
              <a:t>10/25/2023</a:t>
            </a:fld>
            <a:endParaRPr lang="en-US"/>
          </a:p>
        </p:txBody>
      </p:sp>
      <p:sp>
        <p:nvSpPr>
          <p:cNvPr id="6" name="Footer Placeholder 5">
            <a:extLst>
              <a:ext uri="{FF2B5EF4-FFF2-40B4-BE49-F238E27FC236}">
                <a16:creationId xmlns:a16="http://schemas.microsoft.com/office/drawing/2014/main" id="{A6E1E745-DB88-1822-9D39-C9AC820E83A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4965643-C5F5-A041-307F-CD8B02A63DA4}"/>
              </a:ext>
            </a:extLst>
          </p:cNvPr>
          <p:cNvSpPr>
            <a:spLocks noGrp="1"/>
          </p:cNvSpPr>
          <p:nvPr>
            <p:ph type="sldNum" sz="quarter" idx="12"/>
          </p:nvPr>
        </p:nvSpPr>
        <p:spPr/>
        <p:txBody>
          <a:bodyPr/>
          <a:lstStyle/>
          <a:p>
            <a:fld id="{8594AC40-0A64-45C3-9297-813359D8583F}" type="slidenum">
              <a:rPr lang="en-US" smtClean="0"/>
              <a:t>‹#›</a:t>
            </a:fld>
            <a:endParaRPr lang="en-US"/>
          </a:p>
        </p:txBody>
      </p:sp>
    </p:spTree>
    <p:extLst>
      <p:ext uri="{BB962C8B-B14F-4D97-AF65-F5344CB8AC3E}">
        <p14:creationId xmlns:p14="http://schemas.microsoft.com/office/powerpoint/2010/main" val="21863689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D4C862-A827-2D8F-F108-6F411561786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E4E2BCF-DE46-61AB-6B04-45D4F548FE8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ABC7D0-1B6E-6E09-0408-E6D897CA5E31}"/>
              </a:ext>
            </a:extLst>
          </p:cNvPr>
          <p:cNvSpPr>
            <a:spLocks noGrp="1"/>
          </p:cNvSpPr>
          <p:nvPr>
            <p:ph type="dt" sz="half" idx="10"/>
          </p:nvPr>
        </p:nvSpPr>
        <p:spPr/>
        <p:txBody>
          <a:bodyPr/>
          <a:lstStyle/>
          <a:p>
            <a:fld id="{F208E1EB-64D1-45A2-A2CF-5509BEDAFEEF}" type="datetimeFigureOut">
              <a:rPr lang="en-US" smtClean="0"/>
              <a:t>10/25/2023</a:t>
            </a:fld>
            <a:endParaRPr lang="en-US"/>
          </a:p>
        </p:txBody>
      </p:sp>
      <p:sp>
        <p:nvSpPr>
          <p:cNvPr id="5" name="Footer Placeholder 4">
            <a:extLst>
              <a:ext uri="{FF2B5EF4-FFF2-40B4-BE49-F238E27FC236}">
                <a16:creationId xmlns:a16="http://schemas.microsoft.com/office/drawing/2014/main" id="{EB4DC2A2-45ED-BB70-ECA1-E866683A39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D2A8EE-84BD-0438-CB5B-F6B7C56BB90C}"/>
              </a:ext>
            </a:extLst>
          </p:cNvPr>
          <p:cNvSpPr>
            <a:spLocks noGrp="1"/>
          </p:cNvSpPr>
          <p:nvPr>
            <p:ph type="sldNum" sz="quarter" idx="12"/>
          </p:nvPr>
        </p:nvSpPr>
        <p:spPr/>
        <p:txBody>
          <a:bodyPr/>
          <a:lstStyle/>
          <a:p>
            <a:fld id="{8594AC40-0A64-45C3-9297-813359D8583F}" type="slidenum">
              <a:rPr lang="en-US" smtClean="0"/>
              <a:t>‹#›</a:t>
            </a:fld>
            <a:endParaRPr lang="en-US"/>
          </a:p>
        </p:txBody>
      </p:sp>
    </p:spTree>
    <p:extLst>
      <p:ext uri="{BB962C8B-B14F-4D97-AF65-F5344CB8AC3E}">
        <p14:creationId xmlns:p14="http://schemas.microsoft.com/office/powerpoint/2010/main" val="37367841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AC0B964-C4E5-E04F-B5CA-B2E6AF5F317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4358E68-1193-26DE-FE75-D0E39944BC3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A804AD-C8D3-CFC3-443A-E54829CBF813}"/>
              </a:ext>
            </a:extLst>
          </p:cNvPr>
          <p:cNvSpPr>
            <a:spLocks noGrp="1"/>
          </p:cNvSpPr>
          <p:nvPr>
            <p:ph type="dt" sz="half" idx="10"/>
          </p:nvPr>
        </p:nvSpPr>
        <p:spPr/>
        <p:txBody>
          <a:bodyPr/>
          <a:lstStyle/>
          <a:p>
            <a:fld id="{F208E1EB-64D1-45A2-A2CF-5509BEDAFEEF}" type="datetimeFigureOut">
              <a:rPr lang="en-US" smtClean="0"/>
              <a:t>10/25/2023</a:t>
            </a:fld>
            <a:endParaRPr lang="en-US"/>
          </a:p>
        </p:txBody>
      </p:sp>
      <p:sp>
        <p:nvSpPr>
          <p:cNvPr id="5" name="Footer Placeholder 4">
            <a:extLst>
              <a:ext uri="{FF2B5EF4-FFF2-40B4-BE49-F238E27FC236}">
                <a16:creationId xmlns:a16="http://schemas.microsoft.com/office/drawing/2014/main" id="{1753FDF5-7DE1-EB30-6914-067568179F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04FCE8-A560-A0F3-2D2F-0409C82F30FB}"/>
              </a:ext>
            </a:extLst>
          </p:cNvPr>
          <p:cNvSpPr>
            <a:spLocks noGrp="1"/>
          </p:cNvSpPr>
          <p:nvPr>
            <p:ph type="sldNum" sz="quarter" idx="12"/>
          </p:nvPr>
        </p:nvSpPr>
        <p:spPr/>
        <p:txBody>
          <a:bodyPr/>
          <a:lstStyle/>
          <a:p>
            <a:fld id="{8594AC40-0A64-45C3-9297-813359D8583F}" type="slidenum">
              <a:rPr lang="en-US" smtClean="0"/>
              <a:t>‹#›</a:t>
            </a:fld>
            <a:endParaRPr lang="en-US"/>
          </a:p>
        </p:txBody>
      </p:sp>
    </p:spTree>
    <p:extLst>
      <p:ext uri="{BB962C8B-B14F-4D97-AF65-F5344CB8AC3E}">
        <p14:creationId xmlns:p14="http://schemas.microsoft.com/office/powerpoint/2010/main" val="36557840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CC99"/>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76701E4-9393-64DB-DCDE-70A51B4FC43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8E47404-72EF-F34B-38DF-6AF01BB21B0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6F4A0A-054F-2608-1B66-6B5249094F0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08E1EB-64D1-45A2-A2CF-5509BEDAFEEF}" type="datetimeFigureOut">
              <a:rPr lang="en-US" smtClean="0"/>
              <a:t>10/25/2023</a:t>
            </a:fld>
            <a:endParaRPr lang="en-US"/>
          </a:p>
        </p:txBody>
      </p:sp>
      <p:sp>
        <p:nvSpPr>
          <p:cNvPr id="5" name="Footer Placeholder 4">
            <a:extLst>
              <a:ext uri="{FF2B5EF4-FFF2-40B4-BE49-F238E27FC236}">
                <a16:creationId xmlns:a16="http://schemas.microsoft.com/office/drawing/2014/main" id="{5C38E497-AFDB-B9D0-409D-FD772C186A6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FB31506-D8EF-41BA-19B1-095DABE120F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594AC40-0A64-45C3-9297-813359D8583F}" type="slidenum">
              <a:rPr lang="en-US" smtClean="0"/>
              <a:t>‹#›</a:t>
            </a:fld>
            <a:endParaRPr lang="en-US"/>
          </a:p>
        </p:txBody>
      </p:sp>
    </p:spTree>
    <p:extLst>
      <p:ext uri="{BB962C8B-B14F-4D97-AF65-F5344CB8AC3E}">
        <p14:creationId xmlns:p14="http://schemas.microsoft.com/office/powerpoint/2010/main" val="16981522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FCF761E-6960-9D4C-FC6F-56DB9A854F31}"/>
              </a:ext>
            </a:extLst>
          </p:cNvPr>
          <p:cNvSpPr/>
          <p:nvPr/>
        </p:nvSpPr>
        <p:spPr>
          <a:xfrm>
            <a:off x="1338465" y="1900442"/>
            <a:ext cx="3303020" cy="1323439"/>
          </a:xfrm>
          <a:prstGeom prst="rect">
            <a:avLst/>
          </a:prstGeom>
        </p:spPr>
        <p:txBody>
          <a:bodyPr wrap="none">
            <a:spAutoFit/>
          </a:bodyPr>
          <a:lstStyle/>
          <a:p>
            <a:r>
              <a:rPr lang="en-US" sz="8000" dirty="0">
                <a:solidFill>
                  <a:schemeClr val="bg1"/>
                </a:solidFill>
                <a:latin typeface="Times New Roman" panose="02020603050405020304" pitchFamily="18" charset="0"/>
                <a:cs typeface="Times New Roman" panose="02020603050405020304" pitchFamily="18" charset="0"/>
              </a:rPr>
              <a:t>\</a:t>
            </a:r>
            <a:r>
              <a:rPr lang="en-US" sz="8000" dirty="0" err="1">
                <a:solidFill>
                  <a:schemeClr val="bg1"/>
                </a:solidFill>
                <a:latin typeface="Times New Roman" panose="02020603050405020304" pitchFamily="18" charset="0"/>
                <a:cs typeface="Times New Roman" panose="02020603050405020304" pitchFamily="18" charset="0"/>
              </a:rPr>
              <a:t>LaTeX</a:t>
            </a:r>
            <a:endParaRPr lang="en-US" sz="8000" dirty="0">
              <a:solidFill>
                <a:schemeClr val="bg1"/>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F56E2C45-368C-92B4-5859-462406E09B3A}"/>
              </a:ext>
            </a:extLst>
          </p:cNvPr>
          <p:cNvSpPr/>
          <p:nvPr/>
        </p:nvSpPr>
        <p:spPr>
          <a:xfrm>
            <a:off x="4641485" y="2251362"/>
            <a:ext cx="2105679" cy="830997"/>
          </a:xfrm>
          <a:prstGeom prst="rect">
            <a:avLst/>
          </a:prstGeom>
        </p:spPr>
        <p:txBody>
          <a:bodyPr wrap="square">
            <a:spAutoFit/>
          </a:bodyPr>
          <a:lstStyle/>
          <a:p>
            <a:r>
              <a:rPr lang="en-US" sz="2400" dirty="0">
                <a:solidFill>
                  <a:schemeClr val="bg1"/>
                </a:solidFill>
                <a:latin typeface="Times New Roman" panose="02020603050405020304" pitchFamily="18" charset="0"/>
                <a:cs typeface="Times New Roman" panose="02020603050405020304" pitchFamily="18" charset="0"/>
              </a:rPr>
              <a:t>For Scientific  Documentation</a:t>
            </a:r>
          </a:p>
        </p:txBody>
      </p:sp>
      <p:sp>
        <p:nvSpPr>
          <p:cNvPr id="6" name="Rounded Rectangle 5">
            <a:extLst>
              <a:ext uri="{FF2B5EF4-FFF2-40B4-BE49-F238E27FC236}">
                <a16:creationId xmlns:a16="http://schemas.microsoft.com/office/drawing/2014/main" id="{FB8195F5-1492-6110-0D6B-42BB9ECF9950}"/>
              </a:ext>
            </a:extLst>
          </p:cNvPr>
          <p:cNvSpPr/>
          <p:nvPr/>
        </p:nvSpPr>
        <p:spPr>
          <a:xfrm>
            <a:off x="1399309" y="3178162"/>
            <a:ext cx="5347855" cy="45719"/>
          </a:xfrm>
          <a:prstGeom prst="round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7" name="TextBox 6">
            <a:extLst>
              <a:ext uri="{FF2B5EF4-FFF2-40B4-BE49-F238E27FC236}">
                <a16:creationId xmlns:a16="http://schemas.microsoft.com/office/drawing/2014/main" id="{D8B112F8-4A5E-D24A-EF8D-C2F592EFB66C}"/>
              </a:ext>
            </a:extLst>
          </p:cNvPr>
          <p:cNvSpPr txBox="1"/>
          <p:nvPr/>
        </p:nvSpPr>
        <p:spPr>
          <a:xfrm>
            <a:off x="1338465" y="3400163"/>
            <a:ext cx="5171902" cy="369332"/>
          </a:xfrm>
          <a:prstGeom prst="rect">
            <a:avLst/>
          </a:prstGeom>
          <a:noFill/>
        </p:spPr>
        <p:txBody>
          <a:bodyPr wrap="square" rtlCol="0">
            <a:spAutoFit/>
          </a:bodyPr>
          <a:lstStyle/>
          <a:p>
            <a:r>
              <a:rPr lang="en-US" dirty="0">
                <a:solidFill>
                  <a:schemeClr val="bg1"/>
                </a:solidFill>
                <a:latin typeface="Times New Roman" panose="02020603050405020304" pitchFamily="18" charset="0"/>
                <a:cs typeface="Times New Roman" panose="02020603050405020304" pitchFamily="18" charset="0"/>
              </a:rPr>
              <a:t>By  Ammar </a:t>
            </a:r>
            <a:r>
              <a:rPr lang="en-US" dirty="0" err="1">
                <a:solidFill>
                  <a:schemeClr val="bg1"/>
                </a:solidFill>
                <a:latin typeface="Times New Roman" panose="02020603050405020304" pitchFamily="18" charset="0"/>
                <a:cs typeface="Times New Roman" panose="02020603050405020304" pitchFamily="18" charset="0"/>
              </a:rPr>
              <a:t>Taha</a:t>
            </a:r>
            <a:r>
              <a:rPr lang="en-US" dirty="0">
                <a:solidFill>
                  <a:schemeClr val="bg1"/>
                </a:solidFill>
                <a:latin typeface="Times New Roman" panose="02020603050405020304" pitchFamily="18" charset="0"/>
                <a:cs typeface="Times New Roman" panose="02020603050405020304" pitchFamily="18" charset="0"/>
              </a:rPr>
              <a:t> </a:t>
            </a:r>
            <a:r>
              <a:rPr lang="en-US" dirty="0" err="1">
                <a:solidFill>
                  <a:schemeClr val="bg1"/>
                </a:solidFill>
                <a:latin typeface="Times New Roman" panose="02020603050405020304" pitchFamily="18" charset="0"/>
                <a:cs typeface="Times New Roman" panose="02020603050405020304" pitchFamily="18" charset="0"/>
              </a:rPr>
              <a:t>Mohamedy</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75C6FAFC-0B5A-AACE-2E6C-F35671A58172}"/>
              </a:ext>
            </a:extLst>
          </p:cNvPr>
          <p:cNvSpPr txBox="1"/>
          <p:nvPr/>
        </p:nvSpPr>
        <p:spPr>
          <a:xfrm>
            <a:off x="1338465" y="4701507"/>
            <a:ext cx="7047808" cy="523220"/>
          </a:xfrm>
          <a:prstGeom prst="rect">
            <a:avLst/>
          </a:prstGeom>
          <a:noFill/>
        </p:spPr>
        <p:txBody>
          <a:bodyPr wrap="square" rtlCol="0">
            <a:spAutoFit/>
          </a:bodyPr>
          <a:lstStyle/>
          <a:p>
            <a:r>
              <a:rPr lang="en-US" sz="2800">
                <a:latin typeface="Times New Roman" panose="02020603050405020304" pitchFamily="18" charset="0"/>
                <a:cs typeface="Times New Roman" panose="02020603050405020304" pitchFamily="18" charset="0"/>
              </a:rPr>
              <a:t>Bibliography Generation</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013870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9F0275CA-3953-54B7-BFED-5756296F5B1D}"/>
              </a:ext>
            </a:extLst>
          </p:cNvPr>
          <p:cNvSpPr/>
          <p:nvPr/>
        </p:nvSpPr>
        <p:spPr>
          <a:xfrm>
            <a:off x="365759" y="267287"/>
            <a:ext cx="4797084" cy="759655"/>
          </a:xfrm>
          <a:prstGeom prst="round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dirty="0">
                <a:latin typeface="Times New Roman" panose="02020603050405020304" pitchFamily="18" charset="0"/>
                <a:cs typeface="Times New Roman" panose="02020603050405020304" pitchFamily="18" charset="0"/>
              </a:rPr>
              <a:t>Bib Generation Workflow</a:t>
            </a:r>
          </a:p>
        </p:txBody>
      </p:sp>
      <p:grpSp>
        <p:nvGrpSpPr>
          <p:cNvPr id="10" name="Group 9">
            <a:extLst>
              <a:ext uri="{FF2B5EF4-FFF2-40B4-BE49-F238E27FC236}">
                <a16:creationId xmlns:a16="http://schemas.microsoft.com/office/drawing/2014/main" id="{DB073ECE-1D25-7A00-8A9D-7ACC7B027077}"/>
              </a:ext>
            </a:extLst>
          </p:cNvPr>
          <p:cNvGrpSpPr/>
          <p:nvPr/>
        </p:nvGrpSpPr>
        <p:grpSpPr>
          <a:xfrm>
            <a:off x="562709" y="1476671"/>
            <a:ext cx="3840480" cy="5114042"/>
            <a:chOff x="1130105" y="1476671"/>
            <a:chExt cx="4965895" cy="4628707"/>
          </a:xfrm>
        </p:grpSpPr>
        <p:sp>
          <p:nvSpPr>
            <p:cNvPr id="7" name="Rectangle: Rounded Corners 6">
              <a:extLst>
                <a:ext uri="{FF2B5EF4-FFF2-40B4-BE49-F238E27FC236}">
                  <a16:creationId xmlns:a16="http://schemas.microsoft.com/office/drawing/2014/main" id="{485C799D-AA9E-95F0-AD37-45CFE8EF2C18}"/>
                </a:ext>
              </a:extLst>
            </p:cNvPr>
            <p:cNvSpPr/>
            <p:nvPr/>
          </p:nvSpPr>
          <p:spPr>
            <a:xfrm>
              <a:off x="1130105" y="1505243"/>
              <a:ext cx="4965895" cy="4600135"/>
            </a:xfrm>
            <a:prstGeom prst="round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9" name="Rectangle 8">
              <a:extLst>
                <a:ext uri="{FF2B5EF4-FFF2-40B4-BE49-F238E27FC236}">
                  <a16:creationId xmlns:a16="http://schemas.microsoft.com/office/drawing/2014/main" id="{36FF45B5-3650-93B2-3C0D-EF3F9C86D27E}"/>
                </a:ext>
              </a:extLst>
            </p:cNvPr>
            <p:cNvSpPr/>
            <p:nvPr/>
          </p:nvSpPr>
          <p:spPr>
            <a:xfrm>
              <a:off x="2483927" y="1476671"/>
              <a:ext cx="2266005" cy="509700"/>
            </a:xfrm>
            <a:prstGeom prst="rect">
              <a:avLst/>
            </a:prstGeom>
            <a:ln w="57150">
              <a:solidFill>
                <a:srgbClr val="00CC99"/>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dirty="0"/>
                <a:t>.bib database</a:t>
              </a:r>
            </a:p>
          </p:txBody>
        </p:sp>
      </p:grpSp>
      <p:grpSp>
        <p:nvGrpSpPr>
          <p:cNvPr id="11" name="Group 10">
            <a:extLst>
              <a:ext uri="{FF2B5EF4-FFF2-40B4-BE49-F238E27FC236}">
                <a16:creationId xmlns:a16="http://schemas.microsoft.com/office/drawing/2014/main" id="{BDB18100-4FA2-D69F-F067-1100ACC9B6FD}"/>
              </a:ext>
            </a:extLst>
          </p:cNvPr>
          <p:cNvGrpSpPr/>
          <p:nvPr/>
        </p:nvGrpSpPr>
        <p:grpSpPr>
          <a:xfrm>
            <a:off x="5673255" y="1476671"/>
            <a:ext cx="5510560" cy="5247686"/>
            <a:chOff x="1130105" y="1476671"/>
            <a:chExt cx="4965895" cy="4628707"/>
          </a:xfrm>
        </p:grpSpPr>
        <p:sp>
          <p:nvSpPr>
            <p:cNvPr id="12" name="Rectangle: Rounded Corners 11">
              <a:extLst>
                <a:ext uri="{FF2B5EF4-FFF2-40B4-BE49-F238E27FC236}">
                  <a16:creationId xmlns:a16="http://schemas.microsoft.com/office/drawing/2014/main" id="{AEDA7202-2EBB-8A74-32B4-C128C9338466}"/>
                </a:ext>
              </a:extLst>
            </p:cNvPr>
            <p:cNvSpPr/>
            <p:nvPr/>
          </p:nvSpPr>
          <p:spPr>
            <a:xfrm>
              <a:off x="1130105" y="1505243"/>
              <a:ext cx="4965895" cy="4600135"/>
            </a:xfrm>
            <a:prstGeom prst="round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3" name="Rectangle 12">
              <a:extLst>
                <a:ext uri="{FF2B5EF4-FFF2-40B4-BE49-F238E27FC236}">
                  <a16:creationId xmlns:a16="http://schemas.microsoft.com/office/drawing/2014/main" id="{04F425FD-636A-698D-61A8-6ABB5CC0720F}"/>
                </a:ext>
              </a:extLst>
            </p:cNvPr>
            <p:cNvSpPr/>
            <p:nvPr/>
          </p:nvSpPr>
          <p:spPr>
            <a:xfrm>
              <a:off x="2665827" y="1476671"/>
              <a:ext cx="1821767" cy="407963"/>
            </a:xfrm>
            <a:prstGeom prst="rect">
              <a:avLst/>
            </a:prstGeom>
            <a:ln w="57150">
              <a:solidFill>
                <a:srgbClr val="00CC99"/>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dirty="0"/>
                <a:t>Input .</a:t>
              </a:r>
              <a:r>
                <a:rPr lang="en-US" sz="2400" dirty="0" err="1"/>
                <a:t>tex</a:t>
              </a:r>
              <a:endParaRPr lang="en-US" sz="2400" dirty="0"/>
            </a:p>
          </p:txBody>
        </p:sp>
      </p:grpSp>
      <p:sp>
        <p:nvSpPr>
          <p:cNvPr id="2" name="TextBox 1">
            <a:extLst>
              <a:ext uri="{FF2B5EF4-FFF2-40B4-BE49-F238E27FC236}">
                <a16:creationId xmlns:a16="http://schemas.microsoft.com/office/drawing/2014/main" id="{ABD190B5-0CAC-ED47-44B4-6E09DED3D44E}"/>
              </a:ext>
            </a:extLst>
          </p:cNvPr>
          <p:cNvSpPr txBox="1"/>
          <p:nvPr/>
        </p:nvSpPr>
        <p:spPr>
          <a:xfrm>
            <a:off x="6096000" y="2391508"/>
            <a:ext cx="4637649" cy="830997"/>
          </a:xfrm>
          <a:prstGeom prst="rect">
            <a:avLst/>
          </a:prstGeom>
          <a:noFill/>
        </p:spPr>
        <p:txBody>
          <a:bodyPr wrap="square" rtlCol="0">
            <a:spAutoFit/>
          </a:bodyPr>
          <a:lstStyle/>
          <a:p>
            <a:pPr marL="457200" indent="-457200">
              <a:buAutoNum type="arabicPeriod"/>
            </a:pPr>
            <a:r>
              <a:rPr lang="en-US" sz="2400" dirty="0">
                <a:effectLst/>
                <a:latin typeface="Times New Roman" panose="02020603050405020304" pitchFamily="18" charset="0"/>
                <a:cs typeface="Times New Roman" panose="02020603050405020304" pitchFamily="18" charset="0"/>
              </a:rPr>
              <a:t>Choosing Style</a:t>
            </a:r>
          </a:p>
          <a:p>
            <a:r>
              <a:rPr lang="en-US" sz="2400" dirty="0">
                <a:solidFill>
                  <a:srgbClr val="9F0003"/>
                </a:solidFill>
              </a:rPr>
              <a:t>\</a:t>
            </a:r>
            <a:r>
              <a:rPr lang="en-US" sz="2400" dirty="0" err="1">
                <a:solidFill>
                  <a:srgbClr val="9F0003"/>
                </a:solidFill>
                <a:effectLst/>
              </a:rPr>
              <a:t>bibliographystyle</a:t>
            </a:r>
            <a:r>
              <a:rPr lang="en-US" sz="2400" dirty="0">
                <a:solidFill>
                  <a:srgbClr val="9F0003"/>
                </a:solidFill>
                <a:effectLst/>
              </a:rPr>
              <a:t>{&lt;style&gt;}</a:t>
            </a:r>
            <a:endParaRPr lang="en-US" sz="2400" dirty="0">
              <a:solidFill>
                <a:schemeClr val="accent2">
                  <a:lumMod val="75000"/>
                </a:schemeClr>
              </a:solidFill>
            </a:endParaRPr>
          </a:p>
        </p:txBody>
      </p:sp>
      <p:sp>
        <p:nvSpPr>
          <p:cNvPr id="3" name="TextBox 2">
            <a:extLst>
              <a:ext uri="{FF2B5EF4-FFF2-40B4-BE49-F238E27FC236}">
                <a16:creationId xmlns:a16="http://schemas.microsoft.com/office/drawing/2014/main" id="{4EDE1C5A-5E69-DA39-8C8C-E7B4DAE31592}"/>
              </a:ext>
            </a:extLst>
          </p:cNvPr>
          <p:cNvSpPr txBox="1"/>
          <p:nvPr/>
        </p:nvSpPr>
        <p:spPr>
          <a:xfrm>
            <a:off x="6109710" y="3601329"/>
            <a:ext cx="4637649" cy="830997"/>
          </a:xfrm>
          <a:prstGeom prst="rect">
            <a:avLst/>
          </a:prstGeom>
          <a:noFill/>
        </p:spPr>
        <p:txBody>
          <a:bodyPr wrap="square" rtlCol="0">
            <a:spAutoFit/>
          </a:bodyPr>
          <a:lstStyle/>
          <a:p>
            <a:r>
              <a:rPr lang="en-US" sz="2400" dirty="0">
                <a:effectLst/>
                <a:latin typeface="Times New Roman" panose="02020603050405020304" pitchFamily="18" charset="0"/>
                <a:cs typeface="Times New Roman" panose="02020603050405020304" pitchFamily="18" charset="0"/>
              </a:rPr>
              <a:t>2. Citing References</a:t>
            </a:r>
          </a:p>
          <a:p>
            <a:r>
              <a:rPr lang="en-US" sz="2400" dirty="0">
                <a:solidFill>
                  <a:srgbClr val="9F0003"/>
                </a:solidFill>
              </a:rPr>
              <a:t>\</a:t>
            </a:r>
            <a:r>
              <a:rPr lang="en-US" sz="2400" dirty="0">
                <a:solidFill>
                  <a:srgbClr val="9F0003"/>
                </a:solidFill>
                <a:effectLst/>
              </a:rPr>
              <a:t>cite {&lt;key&gt;}</a:t>
            </a:r>
            <a:endParaRPr lang="en-US" sz="2400" dirty="0">
              <a:solidFill>
                <a:schemeClr val="accent2">
                  <a:lumMod val="75000"/>
                </a:schemeClr>
              </a:solidFill>
            </a:endParaRPr>
          </a:p>
        </p:txBody>
      </p:sp>
      <p:sp>
        <p:nvSpPr>
          <p:cNvPr id="5" name="TextBox 4">
            <a:extLst>
              <a:ext uri="{FF2B5EF4-FFF2-40B4-BE49-F238E27FC236}">
                <a16:creationId xmlns:a16="http://schemas.microsoft.com/office/drawing/2014/main" id="{B138E04B-226B-76C6-915C-FFC65B9645DD}"/>
              </a:ext>
            </a:extLst>
          </p:cNvPr>
          <p:cNvSpPr txBox="1"/>
          <p:nvPr/>
        </p:nvSpPr>
        <p:spPr>
          <a:xfrm>
            <a:off x="6109710" y="4781164"/>
            <a:ext cx="4637649" cy="1200329"/>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3. </a:t>
            </a:r>
            <a:r>
              <a:rPr lang="en-US" sz="2400" dirty="0">
                <a:effectLst/>
              </a:rPr>
              <a:t>Using Bib Database</a:t>
            </a:r>
            <a:endParaRPr lang="en-US" sz="2400" dirty="0">
              <a:effectLst/>
              <a:latin typeface="Times New Roman" panose="02020603050405020304" pitchFamily="18" charset="0"/>
              <a:cs typeface="Times New Roman" panose="02020603050405020304" pitchFamily="18" charset="0"/>
            </a:endParaRPr>
          </a:p>
          <a:p>
            <a:r>
              <a:rPr lang="en-US" sz="2400" dirty="0">
                <a:solidFill>
                  <a:srgbClr val="9F0003"/>
                </a:solidFill>
              </a:rPr>
              <a:t>\bibliography </a:t>
            </a:r>
            <a:r>
              <a:rPr lang="en-US" sz="2400" dirty="0">
                <a:solidFill>
                  <a:srgbClr val="9F0003"/>
                </a:solidFill>
                <a:effectLst/>
              </a:rPr>
              <a:t>{</a:t>
            </a:r>
            <a:r>
              <a:rPr lang="en-US" sz="2400" dirty="0" err="1">
                <a:solidFill>
                  <a:srgbClr val="9F0003"/>
                </a:solidFill>
                <a:effectLst/>
              </a:rPr>
              <a:t>FileName</a:t>
            </a:r>
            <a:r>
              <a:rPr lang="en-US" sz="2400" dirty="0">
                <a:solidFill>
                  <a:srgbClr val="9F0003"/>
                </a:solidFill>
                <a:effectLst/>
              </a:rPr>
              <a:t>} </a:t>
            </a:r>
            <a:r>
              <a:rPr lang="en-US" sz="2400" dirty="0">
                <a:solidFill>
                  <a:srgbClr val="00CC99"/>
                </a:solidFill>
                <a:effectLst/>
              </a:rPr>
              <a:t>% without </a:t>
            </a:r>
            <a:r>
              <a:rPr lang="en-US" sz="2400" dirty="0" err="1">
                <a:solidFill>
                  <a:srgbClr val="00CC99"/>
                </a:solidFill>
                <a:effectLst/>
              </a:rPr>
              <a:t>extenstio</a:t>
            </a:r>
            <a:r>
              <a:rPr lang="en-US" sz="2400" dirty="0" err="1">
                <a:solidFill>
                  <a:srgbClr val="00CC99"/>
                </a:solidFill>
              </a:rPr>
              <a:t>n</a:t>
            </a:r>
            <a:endParaRPr lang="en-US" sz="2400" dirty="0">
              <a:solidFill>
                <a:srgbClr val="00CC99"/>
              </a:solidFill>
            </a:endParaRPr>
          </a:p>
        </p:txBody>
      </p:sp>
      <p:sp>
        <p:nvSpPr>
          <p:cNvPr id="6" name="TextBox 5">
            <a:extLst>
              <a:ext uri="{FF2B5EF4-FFF2-40B4-BE49-F238E27FC236}">
                <a16:creationId xmlns:a16="http://schemas.microsoft.com/office/drawing/2014/main" id="{FA275478-F376-31B3-D5C1-FA99A77D4E96}"/>
              </a:ext>
            </a:extLst>
          </p:cNvPr>
          <p:cNvSpPr txBox="1"/>
          <p:nvPr/>
        </p:nvSpPr>
        <p:spPr>
          <a:xfrm>
            <a:off x="1153550" y="2281480"/>
            <a:ext cx="3221502" cy="830997"/>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Multiple entries of formatted references</a:t>
            </a:r>
          </a:p>
        </p:txBody>
      </p:sp>
      <p:sp>
        <p:nvSpPr>
          <p:cNvPr id="8" name="TextBox 7">
            <a:extLst>
              <a:ext uri="{FF2B5EF4-FFF2-40B4-BE49-F238E27FC236}">
                <a16:creationId xmlns:a16="http://schemas.microsoft.com/office/drawing/2014/main" id="{DC9E833A-EB12-8EC3-7F86-AC8061676DFA}"/>
              </a:ext>
            </a:extLst>
          </p:cNvPr>
          <p:cNvSpPr txBox="1"/>
          <p:nvPr/>
        </p:nvSpPr>
        <p:spPr>
          <a:xfrm>
            <a:off x="1153550" y="3222505"/>
            <a:ext cx="2602524" cy="3046988"/>
          </a:xfrm>
          <a:prstGeom prst="rect">
            <a:avLst/>
          </a:prstGeom>
          <a:noFill/>
        </p:spPr>
        <p:txBody>
          <a:bodyPr wrap="square" rtlCol="0">
            <a:spAutoFit/>
          </a:bodyPr>
          <a:lstStyle/>
          <a:p>
            <a:r>
              <a:rPr lang="en-US" sz="2400" dirty="0">
                <a:solidFill>
                  <a:schemeClr val="accent1"/>
                </a:solidFill>
              </a:rPr>
              <a:t>@type</a:t>
            </a:r>
            <a:r>
              <a:rPr lang="en-US" sz="2400" dirty="0"/>
              <a:t>{</a:t>
            </a:r>
          </a:p>
          <a:p>
            <a:r>
              <a:rPr lang="en-US" sz="2400" dirty="0"/>
              <a:t>    </a:t>
            </a:r>
            <a:r>
              <a:rPr lang="en-US" sz="2400" dirty="0" err="1"/>
              <a:t>cite_key</a:t>
            </a:r>
            <a:r>
              <a:rPr lang="en-US" sz="2400" dirty="0"/>
              <a:t>,</a:t>
            </a:r>
          </a:p>
          <a:p>
            <a:r>
              <a:rPr lang="en-US" sz="2400" dirty="0"/>
              <a:t>    </a:t>
            </a:r>
            <a:r>
              <a:rPr lang="en-US" sz="2400" dirty="0">
                <a:solidFill>
                  <a:srgbClr val="9F0003"/>
                </a:solidFill>
              </a:rPr>
              <a:t>key = value,</a:t>
            </a:r>
          </a:p>
          <a:p>
            <a:r>
              <a:rPr lang="en-US" sz="2400" dirty="0">
                <a:solidFill>
                  <a:srgbClr val="9F0003"/>
                </a:solidFill>
              </a:rPr>
              <a:t>    .</a:t>
            </a:r>
          </a:p>
          <a:p>
            <a:r>
              <a:rPr lang="en-US" sz="2400" dirty="0">
                <a:solidFill>
                  <a:srgbClr val="9F0003"/>
                </a:solidFill>
              </a:rPr>
              <a:t>    .</a:t>
            </a:r>
          </a:p>
          <a:p>
            <a:r>
              <a:rPr lang="en-US" sz="2400" dirty="0">
                <a:solidFill>
                  <a:srgbClr val="9F0003"/>
                </a:solidFill>
              </a:rPr>
              <a:t>    .</a:t>
            </a:r>
          </a:p>
          <a:p>
            <a:r>
              <a:rPr lang="en-US" sz="2400" dirty="0">
                <a:solidFill>
                  <a:srgbClr val="9F0003"/>
                </a:solidFill>
              </a:rPr>
              <a:t>    key = value</a:t>
            </a:r>
          </a:p>
          <a:p>
            <a:r>
              <a:rPr lang="en-US" sz="2400" dirty="0"/>
              <a:t>}</a:t>
            </a:r>
          </a:p>
        </p:txBody>
      </p:sp>
      <p:cxnSp>
        <p:nvCxnSpPr>
          <p:cNvPr id="15" name="Straight Arrow Connector 14">
            <a:extLst>
              <a:ext uri="{FF2B5EF4-FFF2-40B4-BE49-F238E27FC236}">
                <a16:creationId xmlns:a16="http://schemas.microsoft.com/office/drawing/2014/main" id="{F5623A31-B36D-9CCD-8E7E-1E1BEF38388F}"/>
              </a:ext>
            </a:extLst>
          </p:cNvPr>
          <p:cNvCxnSpPr>
            <a:cxnSpLocks/>
          </p:cNvCxnSpPr>
          <p:nvPr/>
        </p:nvCxnSpPr>
        <p:spPr>
          <a:xfrm>
            <a:off x="4403189" y="5458265"/>
            <a:ext cx="1270066" cy="0"/>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grpSp>
        <p:nvGrpSpPr>
          <p:cNvPr id="23" name="Group 22">
            <a:extLst>
              <a:ext uri="{FF2B5EF4-FFF2-40B4-BE49-F238E27FC236}">
                <a16:creationId xmlns:a16="http://schemas.microsoft.com/office/drawing/2014/main" id="{57989106-F066-7985-8279-185F125EC65F}"/>
              </a:ext>
            </a:extLst>
          </p:cNvPr>
          <p:cNvGrpSpPr/>
          <p:nvPr/>
        </p:nvGrpSpPr>
        <p:grpSpPr>
          <a:xfrm>
            <a:off x="2213224" y="4455266"/>
            <a:ext cx="2053795" cy="1059272"/>
            <a:chOff x="2213224" y="4398994"/>
            <a:chExt cx="2053795" cy="1059272"/>
          </a:xfrm>
        </p:grpSpPr>
        <p:sp>
          <p:nvSpPr>
            <p:cNvPr id="21" name="Callout: Left Arrow 20">
              <a:extLst>
                <a:ext uri="{FF2B5EF4-FFF2-40B4-BE49-F238E27FC236}">
                  <a16:creationId xmlns:a16="http://schemas.microsoft.com/office/drawing/2014/main" id="{3D990A98-24A9-3DA4-F6C7-D38E5BF3768A}"/>
                </a:ext>
              </a:extLst>
            </p:cNvPr>
            <p:cNvSpPr/>
            <p:nvPr/>
          </p:nvSpPr>
          <p:spPr>
            <a:xfrm>
              <a:off x="2213224" y="4398994"/>
              <a:ext cx="2019976" cy="1059272"/>
            </a:xfrm>
            <a:prstGeom prst="leftArrowCallout">
              <a:avLst>
                <a:gd name="adj1" fmla="val 10915"/>
                <a:gd name="adj2" fmla="val 13732"/>
                <a:gd name="adj3" fmla="val 25000"/>
                <a:gd name="adj4" fmla="val 64977"/>
              </a:avLst>
            </a:prstGeom>
            <a:solidFill>
              <a:schemeClr val="bg1"/>
            </a:solid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ED119FAE-D8FF-9A6B-5239-6C0A9380A862}"/>
                </a:ext>
              </a:extLst>
            </p:cNvPr>
            <p:cNvSpPr txBox="1"/>
            <p:nvPr/>
          </p:nvSpPr>
          <p:spPr>
            <a:xfrm>
              <a:off x="2923378" y="4398994"/>
              <a:ext cx="1343641" cy="1015663"/>
            </a:xfrm>
            <a:prstGeom prst="rect">
              <a:avLst/>
            </a:prstGeom>
            <a:noFill/>
          </p:spPr>
          <p:txBody>
            <a:bodyPr wrap="square" rtlCol="0">
              <a:spAutoFit/>
            </a:bodyPr>
            <a:lstStyle/>
            <a:p>
              <a:r>
                <a:rPr lang="en-US" sz="2000" dirty="0">
                  <a:solidFill>
                    <a:srgbClr val="9F0003"/>
                  </a:solidFill>
                </a:rPr>
                <a:t>author = “” </a:t>
              </a:r>
            </a:p>
            <a:p>
              <a:r>
                <a:rPr lang="en-US" sz="2000" dirty="0">
                  <a:solidFill>
                    <a:srgbClr val="9F0003"/>
                  </a:solidFill>
                </a:rPr>
                <a:t>title = “”</a:t>
              </a:r>
            </a:p>
            <a:p>
              <a:r>
                <a:rPr lang="en-US" sz="2000" dirty="0">
                  <a:solidFill>
                    <a:srgbClr val="9F0003"/>
                  </a:solidFill>
                </a:rPr>
                <a:t>publisher = </a:t>
              </a:r>
            </a:p>
          </p:txBody>
        </p:sp>
      </p:grpSp>
    </p:spTree>
    <p:extLst>
      <p:ext uri="{BB962C8B-B14F-4D97-AF65-F5344CB8AC3E}">
        <p14:creationId xmlns:p14="http://schemas.microsoft.com/office/powerpoint/2010/main" val="22925229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5" grpId="0"/>
      <p:bldP spid="6" grpId="0"/>
      <p:bldP spid="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5838269B-645C-3BBF-97A5-33AEE37A7D3B}"/>
              </a:ext>
            </a:extLst>
          </p:cNvPr>
          <p:cNvGrpSpPr/>
          <p:nvPr/>
        </p:nvGrpSpPr>
        <p:grpSpPr>
          <a:xfrm>
            <a:off x="738920" y="599855"/>
            <a:ext cx="7289490" cy="3479778"/>
            <a:chOff x="640446" y="332567"/>
            <a:chExt cx="7289490" cy="3479778"/>
          </a:xfrm>
        </p:grpSpPr>
        <p:pic>
          <p:nvPicPr>
            <p:cNvPr id="5" name="Picture 4">
              <a:extLst>
                <a:ext uri="{FF2B5EF4-FFF2-40B4-BE49-F238E27FC236}">
                  <a16:creationId xmlns:a16="http://schemas.microsoft.com/office/drawing/2014/main" id="{833CBE69-0983-285C-124D-92AE58745430}"/>
                </a:ext>
              </a:extLst>
            </p:cNvPr>
            <p:cNvPicPr>
              <a:picLocks noChangeAspect="1"/>
            </p:cNvPicPr>
            <p:nvPr/>
          </p:nvPicPr>
          <p:blipFill>
            <a:blip r:embed="rId3"/>
            <a:stretch>
              <a:fillRect/>
            </a:stretch>
          </p:blipFill>
          <p:spPr>
            <a:xfrm>
              <a:off x="640446" y="543584"/>
              <a:ext cx="7289490" cy="3268761"/>
            </a:xfrm>
            <a:prstGeom prst="rect">
              <a:avLst/>
            </a:prstGeom>
          </p:spPr>
        </p:pic>
        <p:sp>
          <p:nvSpPr>
            <p:cNvPr id="9" name="Rectangle: Rounded Corners 8">
              <a:extLst>
                <a:ext uri="{FF2B5EF4-FFF2-40B4-BE49-F238E27FC236}">
                  <a16:creationId xmlns:a16="http://schemas.microsoft.com/office/drawing/2014/main" id="{EA654A72-80AE-EE73-9B46-92D8D6F94BC3}"/>
                </a:ext>
              </a:extLst>
            </p:cNvPr>
            <p:cNvSpPr/>
            <p:nvPr/>
          </p:nvSpPr>
          <p:spPr>
            <a:xfrm>
              <a:off x="6570059" y="332567"/>
              <a:ext cx="1359877" cy="513470"/>
            </a:xfrm>
            <a:prstGeom prst="roundRect">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800" dirty="0"/>
                <a:t>.bib </a:t>
              </a:r>
            </a:p>
          </p:txBody>
        </p:sp>
      </p:grpSp>
      <p:grpSp>
        <p:nvGrpSpPr>
          <p:cNvPr id="12" name="Group 11">
            <a:extLst>
              <a:ext uri="{FF2B5EF4-FFF2-40B4-BE49-F238E27FC236}">
                <a16:creationId xmlns:a16="http://schemas.microsoft.com/office/drawing/2014/main" id="{E70F5F41-39AF-4CB1-34D9-CC9669BE3B81}"/>
              </a:ext>
            </a:extLst>
          </p:cNvPr>
          <p:cNvGrpSpPr/>
          <p:nvPr/>
        </p:nvGrpSpPr>
        <p:grpSpPr>
          <a:xfrm>
            <a:off x="3990981" y="4325815"/>
            <a:ext cx="7677952" cy="1540415"/>
            <a:chOff x="3892507" y="4058527"/>
            <a:chExt cx="7677952" cy="1540415"/>
          </a:xfrm>
        </p:grpSpPr>
        <p:pic>
          <p:nvPicPr>
            <p:cNvPr id="8" name="Picture 7">
              <a:extLst>
                <a:ext uri="{FF2B5EF4-FFF2-40B4-BE49-F238E27FC236}">
                  <a16:creationId xmlns:a16="http://schemas.microsoft.com/office/drawing/2014/main" id="{C646723C-97AC-57F2-2080-A53C352D06B3}"/>
                </a:ext>
              </a:extLst>
            </p:cNvPr>
            <p:cNvPicPr>
              <a:picLocks noChangeAspect="1"/>
            </p:cNvPicPr>
            <p:nvPr/>
          </p:nvPicPr>
          <p:blipFill>
            <a:blip r:embed="rId4"/>
            <a:stretch>
              <a:fillRect/>
            </a:stretch>
          </p:blipFill>
          <p:spPr>
            <a:xfrm>
              <a:off x="3892507" y="4269544"/>
              <a:ext cx="7677952" cy="1329398"/>
            </a:xfrm>
            <a:prstGeom prst="rect">
              <a:avLst/>
            </a:prstGeom>
          </p:spPr>
        </p:pic>
        <p:sp>
          <p:nvSpPr>
            <p:cNvPr id="10" name="Rectangle: Rounded Corners 9">
              <a:extLst>
                <a:ext uri="{FF2B5EF4-FFF2-40B4-BE49-F238E27FC236}">
                  <a16:creationId xmlns:a16="http://schemas.microsoft.com/office/drawing/2014/main" id="{22DEE0E6-24E2-F518-8F27-120AAA50884F}"/>
                </a:ext>
              </a:extLst>
            </p:cNvPr>
            <p:cNvSpPr/>
            <p:nvPr/>
          </p:nvSpPr>
          <p:spPr>
            <a:xfrm>
              <a:off x="10210582" y="4058527"/>
              <a:ext cx="1359877" cy="513470"/>
            </a:xfrm>
            <a:prstGeom prst="roundRect">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800" dirty="0"/>
                <a:t>pdf </a:t>
              </a:r>
            </a:p>
          </p:txBody>
        </p:sp>
      </p:grpSp>
      <p:grpSp>
        <p:nvGrpSpPr>
          <p:cNvPr id="14" name="Group 13">
            <a:extLst>
              <a:ext uri="{FF2B5EF4-FFF2-40B4-BE49-F238E27FC236}">
                <a16:creationId xmlns:a16="http://schemas.microsoft.com/office/drawing/2014/main" id="{2BBEA5BD-DF22-B062-50AA-241A7A5DB13C}"/>
              </a:ext>
            </a:extLst>
          </p:cNvPr>
          <p:cNvGrpSpPr/>
          <p:nvPr/>
        </p:nvGrpSpPr>
        <p:grpSpPr>
          <a:xfrm>
            <a:off x="1434905" y="4079632"/>
            <a:ext cx="2556076" cy="1016393"/>
            <a:chOff x="1434905" y="4079632"/>
            <a:chExt cx="2556076" cy="1016393"/>
          </a:xfrm>
        </p:grpSpPr>
        <p:sp>
          <p:nvSpPr>
            <p:cNvPr id="6" name="Arrow: Bent-Up 5">
              <a:extLst>
                <a:ext uri="{FF2B5EF4-FFF2-40B4-BE49-F238E27FC236}">
                  <a16:creationId xmlns:a16="http://schemas.microsoft.com/office/drawing/2014/main" id="{F39F5BFE-9640-DC94-F4EB-13C97351B451}"/>
                </a:ext>
              </a:extLst>
            </p:cNvPr>
            <p:cNvSpPr/>
            <p:nvPr/>
          </p:nvSpPr>
          <p:spPr>
            <a:xfrm rot="5400000">
              <a:off x="2255742" y="3258795"/>
              <a:ext cx="914402" cy="2556076"/>
            </a:xfrm>
            <a:prstGeom prst="bentUpArrow">
              <a:avLst>
                <a:gd name="adj1" fmla="val 13571"/>
                <a:gd name="adj2" fmla="val 25000"/>
                <a:gd name="adj3" fmla="val 25000"/>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E23C96BE-828C-E017-3BDE-14B260753F75}"/>
                </a:ext>
              </a:extLst>
            </p:cNvPr>
            <p:cNvSpPr/>
            <p:nvPr/>
          </p:nvSpPr>
          <p:spPr>
            <a:xfrm>
              <a:off x="1800663" y="4427811"/>
              <a:ext cx="1575581" cy="668214"/>
            </a:xfrm>
            <a:prstGeom prst="roundRect">
              <a:avLst/>
            </a:prstGeom>
            <a:solidFill>
              <a:schemeClr val="accent2">
                <a:lumMod val="75000"/>
              </a:schemeClr>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400" dirty="0">
                  <a:latin typeface="Times New Roman" panose="02020603050405020304" pitchFamily="18" charset="0"/>
                  <a:cs typeface="Times New Roman" panose="02020603050405020304" pitchFamily="18" charset="0"/>
                </a:rPr>
                <a:t>B</a:t>
              </a:r>
              <a:r>
                <a:rPr lang="en-US" sz="1800" dirty="0">
                  <a:latin typeface="Times New Roman" panose="02020603050405020304" pitchFamily="18" charset="0"/>
                  <a:cs typeface="Times New Roman" panose="02020603050405020304" pitchFamily="18" charset="0"/>
                </a:rPr>
                <a:t>IB</a:t>
              </a:r>
              <a:r>
                <a:rPr lang="en-US" sz="2400" dirty="0">
                  <a:latin typeface="Times New Roman" panose="02020603050405020304" pitchFamily="18" charset="0"/>
                  <a:cs typeface="Times New Roman" panose="02020603050405020304" pitchFamily="18" charset="0"/>
                </a:rPr>
                <a:t>T</a:t>
              </a:r>
              <a:r>
                <a:rPr lang="en-US" sz="1800" dirty="0">
                  <a:latin typeface="Times New Roman" panose="02020603050405020304" pitchFamily="18" charset="0"/>
                  <a:cs typeface="Times New Roman" panose="02020603050405020304" pitchFamily="18" charset="0"/>
                </a:rPr>
                <a:t>E</a:t>
              </a:r>
              <a:r>
                <a:rPr lang="en-US" sz="2400" dirty="0">
                  <a:latin typeface="Times New Roman" panose="02020603050405020304" pitchFamily="18" charset="0"/>
                  <a:cs typeface="Times New Roman" panose="02020603050405020304" pitchFamily="18" charset="0"/>
                </a:rPr>
                <a:t>X</a:t>
              </a:r>
              <a:endParaRPr lang="en-US" dirty="0"/>
            </a:p>
          </p:txBody>
        </p:sp>
      </p:grpSp>
      <p:grpSp>
        <p:nvGrpSpPr>
          <p:cNvPr id="17" name="Group 16">
            <a:extLst>
              <a:ext uri="{FF2B5EF4-FFF2-40B4-BE49-F238E27FC236}">
                <a16:creationId xmlns:a16="http://schemas.microsoft.com/office/drawing/2014/main" id="{7D2DF476-0D31-79EB-3AB3-3004DDFB7EB6}"/>
              </a:ext>
            </a:extLst>
          </p:cNvPr>
          <p:cNvGrpSpPr/>
          <p:nvPr/>
        </p:nvGrpSpPr>
        <p:grpSpPr>
          <a:xfrm>
            <a:off x="9098315" y="1213738"/>
            <a:ext cx="2712685" cy="958738"/>
            <a:chOff x="9098315" y="1213738"/>
            <a:chExt cx="2712685" cy="958738"/>
          </a:xfrm>
        </p:grpSpPr>
        <p:sp>
          <p:nvSpPr>
            <p:cNvPr id="15" name="Callout: Bent Line with No Border 14">
              <a:extLst>
                <a:ext uri="{FF2B5EF4-FFF2-40B4-BE49-F238E27FC236}">
                  <a16:creationId xmlns:a16="http://schemas.microsoft.com/office/drawing/2014/main" id="{6316C6D1-4229-F6C7-55C4-884EB05AA657}"/>
                </a:ext>
              </a:extLst>
            </p:cNvPr>
            <p:cNvSpPr/>
            <p:nvPr/>
          </p:nvSpPr>
          <p:spPr>
            <a:xfrm>
              <a:off x="9098315" y="1213738"/>
              <a:ext cx="2712685" cy="958738"/>
            </a:xfrm>
            <a:prstGeom prst="callout2">
              <a:avLst>
                <a:gd name="adj1" fmla="val 46000"/>
                <a:gd name="adj2" fmla="val 68"/>
                <a:gd name="adj3" fmla="val 46000"/>
                <a:gd name="adj4" fmla="val -18272"/>
                <a:gd name="adj5" fmla="val 122991"/>
                <a:gd name="adj6" fmla="val -38240"/>
              </a:avLst>
            </a:prstGeom>
            <a:solidFill>
              <a:schemeClr val="bg1"/>
            </a:solidFill>
            <a:ln>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TextBox 15">
              <a:extLst>
                <a:ext uri="{FF2B5EF4-FFF2-40B4-BE49-F238E27FC236}">
                  <a16:creationId xmlns:a16="http://schemas.microsoft.com/office/drawing/2014/main" id="{62AA1A7C-DA41-3169-22DE-6FF7A1FA1EF5}"/>
                </a:ext>
              </a:extLst>
            </p:cNvPr>
            <p:cNvSpPr txBox="1"/>
            <p:nvPr/>
          </p:nvSpPr>
          <p:spPr>
            <a:xfrm>
              <a:off x="9219566" y="1369941"/>
              <a:ext cx="2449367" cy="707886"/>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13.2  The BIBTEX database format</a:t>
              </a:r>
              <a:r>
                <a:rPr lang="en-US" sz="1600" dirty="0"/>
                <a:t> </a:t>
              </a:r>
            </a:p>
          </p:txBody>
        </p:sp>
      </p:grpSp>
    </p:spTree>
    <p:extLst>
      <p:ext uri="{BB962C8B-B14F-4D97-AF65-F5344CB8AC3E}">
        <p14:creationId xmlns:p14="http://schemas.microsoft.com/office/powerpoint/2010/main" val="2140567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22747E55-0F58-C8A7-7FF0-A72E4A0BBEF1}"/>
              </a:ext>
            </a:extLst>
          </p:cNvPr>
          <p:cNvSpPr/>
          <p:nvPr/>
        </p:nvSpPr>
        <p:spPr>
          <a:xfrm>
            <a:off x="467360" y="328220"/>
            <a:ext cx="5744754" cy="759655"/>
          </a:xfrm>
          <a:prstGeom prst="round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dirty="0">
                <a:latin typeface="Times New Roman" panose="02020603050405020304" pitchFamily="18" charset="0"/>
                <a:cs typeface="Times New Roman" panose="02020603050405020304" pitchFamily="18" charset="0"/>
              </a:rPr>
              <a:t>Online Bibliography Generators</a:t>
            </a:r>
          </a:p>
        </p:txBody>
      </p:sp>
      <p:pic>
        <p:nvPicPr>
          <p:cNvPr id="1026" name="Picture 2">
            <a:extLst>
              <a:ext uri="{FF2B5EF4-FFF2-40B4-BE49-F238E27FC236}">
                <a16:creationId xmlns:a16="http://schemas.microsoft.com/office/drawing/2014/main" id="{29E3BDDE-6BC0-BFA0-CF5F-715C9E79E1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72367" y="1553758"/>
            <a:ext cx="3414033" cy="2127687"/>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Rounded Corners 4">
            <a:extLst>
              <a:ext uri="{FF2B5EF4-FFF2-40B4-BE49-F238E27FC236}">
                <a16:creationId xmlns:a16="http://schemas.microsoft.com/office/drawing/2014/main" id="{C8AD9FB9-87BA-6D4E-E17F-A5501817A64C}"/>
              </a:ext>
            </a:extLst>
          </p:cNvPr>
          <p:cNvSpPr/>
          <p:nvPr/>
        </p:nvSpPr>
        <p:spPr>
          <a:xfrm>
            <a:off x="6212114" y="2087829"/>
            <a:ext cx="4122058" cy="1059543"/>
          </a:xfrm>
          <a:prstGeom prst="round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800"/>
              <a:t>https://www.mybib.com/</a:t>
            </a:r>
          </a:p>
        </p:txBody>
      </p:sp>
      <p:pic>
        <p:nvPicPr>
          <p:cNvPr id="9" name="Picture 8">
            <a:extLst>
              <a:ext uri="{FF2B5EF4-FFF2-40B4-BE49-F238E27FC236}">
                <a16:creationId xmlns:a16="http://schemas.microsoft.com/office/drawing/2014/main" id="{B6857D7E-3060-1D27-395C-BC7D80E1668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63522" y="3972845"/>
            <a:ext cx="8261806" cy="2662793"/>
          </a:xfrm>
          <a:prstGeom prst="rect">
            <a:avLst/>
          </a:prstGeom>
        </p:spPr>
      </p:pic>
    </p:spTree>
    <p:extLst>
      <p:ext uri="{BB962C8B-B14F-4D97-AF65-F5344CB8AC3E}">
        <p14:creationId xmlns:p14="http://schemas.microsoft.com/office/powerpoint/2010/main" val="15344824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02E941A4-B009-B72C-C845-83D43C8BC123}"/>
              </a:ext>
            </a:extLst>
          </p:cNvPr>
          <p:cNvSpPr/>
          <p:nvPr/>
        </p:nvSpPr>
        <p:spPr>
          <a:xfrm>
            <a:off x="336731" y="276422"/>
            <a:ext cx="4075612" cy="622814"/>
          </a:xfrm>
          <a:prstGeom prst="round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4000" dirty="0">
                <a:latin typeface="Times New Roman" panose="02020603050405020304" pitchFamily="18" charset="0"/>
                <a:cs typeface="Times New Roman" panose="02020603050405020304" pitchFamily="18" charset="0"/>
              </a:rPr>
              <a:t>B</a:t>
            </a:r>
            <a:r>
              <a:rPr lang="en-US" sz="3200" dirty="0">
                <a:latin typeface="Times New Roman" panose="02020603050405020304" pitchFamily="18" charset="0"/>
                <a:cs typeface="Times New Roman" panose="02020603050405020304" pitchFamily="18" charset="0"/>
              </a:rPr>
              <a:t>IB</a:t>
            </a:r>
            <a:r>
              <a:rPr lang="en-US" sz="4000" dirty="0">
                <a:latin typeface="Times New Roman" panose="02020603050405020304" pitchFamily="18" charset="0"/>
                <a:cs typeface="Times New Roman" panose="02020603050405020304" pitchFamily="18" charset="0"/>
              </a:rPr>
              <a:t>T</a:t>
            </a:r>
            <a:r>
              <a:rPr lang="en-US" sz="3200" dirty="0">
                <a:latin typeface="Times New Roman" panose="02020603050405020304" pitchFamily="18" charset="0"/>
                <a:cs typeface="Times New Roman" panose="02020603050405020304" pitchFamily="18" charset="0"/>
              </a:rPr>
              <a:t>E</a:t>
            </a:r>
            <a:r>
              <a:rPr lang="en-US" sz="4000" dirty="0">
                <a:latin typeface="Times New Roman" panose="02020603050405020304" pitchFamily="18" charset="0"/>
                <a:cs typeface="Times New Roman" panose="02020603050405020304" pitchFamily="18" charset="0"/>
              </a:rPr>
              <a:t>X Guide</a:t>
            </a:r>
            <a:endParaRPr lang="en-US" sz="3200" dirty="0">
              <a:latin typeface="Times New Roman" panose="02020603050405020304" pitchFamily="18" charset="0"/>
              <a:cs typeface="Times New Roman" panose="02020603050405020304" pitchFamily="18" charset="0"/>
            </a:endParaRPr>
          </a:p>
        </p:txBody>
      </p:sp>
      <p:sp>
        <p:nvSpPr>
          <p:cNvPr id="8" name="Rectangle 7">
            <a:extLst>
              <a:ext uri="{FF2B5EF4-FFF2-40B4-BE49-F238E27FC236}">
                <a16:creationId xmlns:a16="http://schemas.microsoft.com/office/drawing/2014/main" id="{B4530664-1463-7CCE-B363-C70D70C432F0}"/>
              </a:ext>
            </a:extLst>
          </p:cNvPr>
          <p:cNvSpPr/>
          <p:nvPr/>
        </p:nvSpPr>
        <p:spPr>
          <a:xfrm>
            <a:off x="7576457" y="544950"/>
            <a:ext cx="4615543" cy="622814"/>
          </a:xfrm>
          <a:prstGeom prst="rect">
            <a:avLst/>
          </a:prstGeom>
          <a:solidFill>
            <a:schemeClr val="tx1"/>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dirty="0">
                <a:solidFill>
                  <a:schemeClr val="bg1"/>
                </a:solidFill>
              </a:rPr>
              <a:t>https://www.bibtex.com</a:t>
            </a:r>
          </a:p>
        </p:txBody>
      </p:sp>
      <p:pic>
        <p:nvPicPr>
          <p:cNvPr id="12" name="Picture 11">
            <a:extLst>
              <a:ext uri="{FF2B5EF4-FFF2-40B4-BE49-F238E27FC236}">
                <a16:creationId xmlns:a16="http://schemas.microsoft.com/office/drawing/2014/main" id="{761B4556-AF99-D7BA-2F59-7C2A936FB861}"/>
              </a:ext>
            </a:extLst>
          </p:cNvPr>
          <p:cNvPicPr>
            <a:picLocks noChangeAspect="1"/>
          </p:cNvPicPr>
          <p:nvPr/>
        </p:nvPicPr>
        <p:blipFill>
          <a:blip r:embed="rId2"/>
          <a:stretch>
            <a:fillRect/>
          </a:stretch>
        </p:blipFill>
        <p:spPr>
          <a:xfrm>
            <a:off x="0" y="1167765"/>
            <a:ext cx="12192000" cy="5690236"/>
          </a:xfrm>
          <a:prstGeom prst="rect">
            <a:avLst/>
          </a:prstGeom>
        </p:spPr>
      </p:pic>
    </p:spTree>
    <p:extLst>
      <p:ext uri="{BB962C8B-B14F-4D97-AF65-F5344CB8AC3E}">
        <p14:creationId xmlns:p14="http://schemas.microsoft.com/office/powerpoint/2010/main" val="15533900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9F0275CA-3953-54B7-BFED-5756296F5B1D}"/>
              </a:ext>
            </a:extLst>
          </p:cNvPr>
          <p:cNvSpPr/>
          <p:nvPr/>
        </p:nvSpPr>
        <p:spPr>
          <a:xfrm>
            <a:off x="351692" y="275818"/>
            <a:ext cx="4192173" cy="587851"/>
          </a:xfrm>
          <a:prstGeom prst="round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dirty="0">
                <a:latin typeface="Times New Roman" panose="02020603050405020304" pitchFamily="18" charset="0"/>
                <a:cs typeface="Times New Roman" panose="02020603050405020304" pitchFamily="18" charset="0"/>
              </a:rPr>
              <a:t>The B</a:t>
            </a:r>
            <a:r>
              <a:rPr lang="en-US" sz="2400" dirty="0">
                <a:latin typeface="Times New Roman" panose="02020603050405020304" pitchFamily="18" charset="0"/>
                <a:cs typeface="Times New Roman" panose="02020603050405020304" pitchFamily="18" charset="0"/>
              </a:rPr>
              <a:t>IB</a:t>
            </a:r>
            <a:r>
              <a:rPr lang="en-US" sz="3200" dirty="0">
                <a:latin typeface="Times New Roman" panose="02020603050405020304" pitchFamily="18" charset="0"/>
                <a:cs typeface="Times New Roman" panose="02020603050405020304" pitchFamily="18" charset="0"/>
              </a:rPr>
              <a:t>T</a:t>
            </a:r>
            <a:r>
              <a:rPr lang="en-US" sz="2400" dirty="0">
                <a:latin typeface="Times New Roman" panose="02020603050405020304" pitchFamily="18" charset="0"/>
                <a:cs typeface="Times New Roman" panose="02020603050405020304" pitchFamily="18" charset="0"/>
              </a:rPr>
              <a:t>E</a:t>
            </a:r>
            <a:r>
              <a:rPr lang="en-US" sz="3200" dirty="0">
                <a:latin typeface="Times New Roman" panose="02020603050405020304" pitchFamily="18" charset="0"/>
                <a:cs typeface="Times New Roman" panose="02020603050405020304" pitchFamily="18" charset="0"/>
              </a:rPr>
              <a:t>X Program</a:t>
            </a:r>
          </a:p>
        </p:txBody>
      </p:sp>
      <p:grpSp>
        <p:nvGrpSpPr>
          <p:cNvPr id="3" name="Group 2">
            <a:extLst>
              <a:ext uri="{FF2B5EF4-FFF2-40B4-BE49-F238E27FC236}">
                <a16:creationId xmlns:a16="http://schemas.microsoft.com/office/drawing/2014/main" id="{7C55B90C-B96C-2CEC-E5CB-300CFC5BC0C2}"/>
              </a:ext>
            </a:extLst>
          </p:cNvPr>
          <p:cNvGrpSpPr/>
          <p:nvPr/>
        </p:nvGrpSpPr>
        <p:grpSpPr>
          <a:xfrm>
            <a:off x="6280886" y="523632"/>
            <a:ext cx="1140374" cy="738552"/>
            <a:chOff x="2405575" y="1336432"/>
            <a:chExt cx="1140374" cy="738552"/>
          </a:xfrm>
        </p:grpSpPr>
        <p:sp>
          <p:nvSpPr>
            <p:cNvPr id="5" name="Arrow: Down 4">
              <a:extLst>
                <a:ext uri="{FF2B5EF4-FFF2-40B4-BE49-F238E27FC236}">
                  <a16:creationId xmlns:a16="http://schemas.microsoft.com/office/drawing/2014/main" id="{8C31AD46-3975-D267-8BB2-069B878BFFBA}"/>
                </a:ext>
              </a:extLst>
            </p:cNvPr>
            <p:cNvSpPr/>
            <p:nvPr/>
          </p:nvSpPr>
          <p:spPr>
            <a:xfrm>
              <a:off x="2405575" y="1336432"/>
              <a:ext cx="281354" cy="738552"/>
            </a:xfrm>
            <a:prstGeom prst="downArrow">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6" name="TextBox 5">
              <a:extLst>
                <a:ext uri="{FF2B5EF4-FFF2-40B4-BE49-F238E27FC236}">
                  <a16:creationId xmlns:a16="http://schemas.microsoft.com/office/drawing/2014/main" id="{38157752-CC4D-2785-E2B3-F49C90B852A4}"/>
                </a:ext>
              </a:extLst>
            </p:cNvPr>
            <p:cNvSpPr txBox="1"/>
            <p:nvPr/>
          </p:nvSpPr>
          <p:spPr>
            <a:xfrm>
              <a:off x="2631549" y="1336432"/>
              <a:ext cx="914400" cy="523220"/>
            </a:xfrm>
            <a:prstGeom prst="rect">
              <a:avLst/>
            </a:prstGeom>
            <a:noFill/>
          </p:spPr>
          <p:txBody>
            <a:bodyPr wrap="square" rtlCol="0">
              <a:spAutoFit/>
            </a:bodyPr>
            <a:lstStyle/>
            <a:p>
              <a:r>
                <a:rPr lang="en-US" sz="2800" dirty="0" err="1">
                  <a:solidFill>
                    <a:schemeClr val="bg1"/>
                  </a:solidFill>
                </a:rPr>
                <a:t>tex</a:t>
              </a:r>
              <a:endParaRPr lang="en-US" sz="2800" dirty="0">
                <a:solidFill>
                  <a:schemeClr val="bg1"/>
                </a:solidFill>
              </a:endParaRPr>
            </a:p>
          </p:txBody>
        </p:sp>
      </p:grpSp>
      <p:sp>
        <p:nvSpPr>
          <p:cNvPr id="7" name="Rectangle 6">
            <a:extLst>
              <a:ext uri="{FF2B5EF4-FFF2-40B4-BE49-F238E27FC236}">
                <a16:creationId xmlns:a16="http://schemas.microsoft.com/office/drawing/2014/main" id="{CE621CEE-F8B3-2519-6F41-FD9DE651C483}"/>
              </a:ext>
            </a:extLst>
          </p:cNvPr>
          <p:cNvSpPr/>
          <p:nvPr/>
        </p:nvSpPr>
        <p:spPr>
          <a:xfrm>
            <a:off x="5521231" y="1258668"/>
            <a:ext cx="1758462" cy="981222"/>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dirty="0" err="1"/>
              <a:t>pdflatex</a:t>
            </a:r>
            <a:r>
              <a:rPr lang="en-US" sz="2400" dirty="0"/>
              <a:t> Engine</a:t>
            </a:r>
          </a:p>
        </p:txBody>
      </p:sp>
      <p:grpSp>
        <p:nvGrpSpPr>
          <p:cNvPr id="8" name="Group 7">
            <a:extLst>
              <a:ext uri="{FF2B5EF4-FFF2-40B4-BE49-F238E27FC236}">
                <a16:creationId xmlns:a16="http://schemas.microsoft.com/office/drawing/2014/main" id="{DEE2873B-CA88-C1D4-F7E6-B0C8EBCFF8DC}"/>
              </a:ext>
            </a:extLst>
          </p:cNvPr>
          <p:cNvGrpSpPr/>
          <p:nvPr/>
        </p:nvGrpSpPr>
        <p:grpSpPr>
          <a:xfrm>
            <a:off x="6049660" y="2239890"/>
            <a:ext cx="914400" cy="1757660"/>
            <a:chOff x="1745284" y="1336432"/>
            <a:chExt cx="914400" cy="1757660"/>
          </a:xfrm>
        </p:grpSpPr>
        <p:sp>
          <p:nvSpPr>
            <p:cNvPr id="9" name="Arrow: Down 8">
              <a:extLst>
                <a:ext uri="{FF2B5EF4-FFF2-40B4-BE49-F238E27FC236}">
                  <a16:creationId xmlns:a16="http://schemas.microsoft.com/office/drawing/2014/main" id="{6CCC383C-9CA2-DD00-7818-256FAD371808}"/>
                </a:ext>
              </a:extLst>
            </p:cNvPr>
            <p:cNvSpPr/>
            <p:nvPr/>
          </p:nvSpPr>
          <p:spPr>
            <a:xfrm>
              <a:off x="2405575" y="1336432"/>
              <a:ext cx="225084" cy="1757660"/>
            </a:xfrm>
            <a:prstGeom prst="downArrow">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0" name="TextBox 9">
              <a:extLst>
                <a:ext uri="{FF2B5EF4-FFF2-40B4-BE49-F238E27FC236}">
                  <a16:creationId xmlns:a16="http://schemas.microsoft.com/office/drawing/2014/main" id="{ECA5ACAF-5C96-5896-6852-F284DF62B05B}"/>
                </a:ext>
              </a:extLst>
            </p:cNvPr>
            <p:cNvSpPr txBox="1"/>
            <p:nvPr/>
          </p:nvSpPr>
          <p:spPr>
            <a:xfrm>
              <a:off x="1745284" y="1692042"/>
              <a:ext cx="914400" cy="523220"/>
            </a:xfrm>
            <a:prstGeom prst="rect">
              <a:avLst/>
            </a:prstGeom>
            <a:noFill/>
          </p:spPr>
          <p:txBody>
            <a:bodyPr wrap="square" rtlCol="0">
              <a:spAutoFit/>
            </a:bodyPr>
            <a:lstStyle/>
            <a:p>
              <a:r>
                <a:rPr lang="en-US" sz="2800" dirty="0">
                  <a:solidFill>
                    <a:schemeClr val="bg1"/>
                  </a:solidFill>
                </a:rPr>
                <a:t>aux</a:t>
              </a:r>
            </a:p>
          </p:txBody>
        </p:sp>
      </p:grpSp>
      <p:sp>
        <p:nvSpPr>
          <p:cNvPr id="11" name="Arrow: Right 10">
            <a:extLst>
              <a:ext uri="{FF2B5EF4-FFF2-40B4-BE49-F238E27FC236}">
                <a16:creationId xmlns:a16="http://schemas.microsoft.com/office/drawing/2014/main" id="{780A8900-D437-228D-B06D-78269D77A4DC}"/>
              </a:ext>
            </a:extLst>
          </p:cNvPr>
          <p:cNvSpPr/>
          <p:nvPr/>
        </p:nvSpPr>
        <p:spPr>
          <a:xfrm>
            <a:off x="6822493" y="2814505"/>
            <a:ext cx="1771639" cy="277837"/>
          </a:xfrm>
          <a:prstGeom prst="rightArrow">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55972AD3-FED5-4C9D-6C8F-3D5C96F1D57E}"/>
              </a:ext>
            </a:extLst>
          </p:cNvPr>
          <p:cNvSpPr/>
          <p:nvPr/>
        </p:nvSpPr>
        <p:spPr>
          <a:xfrm>
            <a:off x="8594132" y="2584147"/>
            <a:ext cx="1758462" cy="738552"/>
          </a:xfrm>
          <a:prstGeom prst="round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dirty="0">
                <a:latin typeface="Times New Roman" panose="02020603050405020304" pitchFamily="18" charset="0"/>
                <a:cs typeface="Times New Roman" panose="02020603050405020304" pitchFamily="18" charset="0"/>
              </a:rPr>
              <a:t>B</a:t>
            </a:r>
            <a:r>
              <a:rPr lang="en-US" sz="2400" dirty="0">
                <a:latin typeface="Times New Roman" panose="02020603050405020304" pitchFamily="18" charset="0"/>
                <a:cs typeface="Times New Roman" panose="02020603050405020304" pitchFamily="18" charset="0"/>
              </a:rPr>
              <a:t>IB</a:t>
            </a:r>
            <a:r>
              <a:rPr lang="en-US" sz="3200" dirty="0">
                <a:latin typeface="Times New Roman" panose="02020603050405020304" pitchFamily="18" charset="0"/>
                <a:cs typeface="Times New Roman" panose="02020603050405020304" pitchFamily="18" charset="0"/>
              </a:rPr>
              <a:t>T</a:t>
            </a:r>
            <a:r>
              <a:rPr lang="en-US" sz="2400" dirty="0">
                <a:latin typeface="Times New Roman" panose="02020603050405020304" pitchFamily="18" charset="0"/>
                <a:cs typeface="Times New Roman" panose="02020603050405020304" pitchFamily="18" charset="0"/>
              </a:rPr>
              <a:t>E</a:t>
            </a:r>
            <a:r>
              <a:rPr lang="en-US" sz="3200" dirty="0">
                <a:latin typeface="Times New Roman" panose="02020603050405020304" pitchFamily="18" charset="0"/>
                <a:cs typeface="Times New Roman" panose="02020603050405020304" pitchFamily="18" charset="0"/>
              </a:rPr>
              <a:t>X</a:t>
            </a:r>
            <a:endParaRPr lang="en-US" sz="2400" dirty="0"/>
          </a:p>
        </p:txBody>
      </p:sp>
      <p:grpSp>
        <p:nvGrpSpPr>
          <p:cNvPr id="13" name="Group 12">
            <a:extLst>
              <a:ext uri="{FF2B5EF4-FFF2-40B4-BE49-F238E27FC236}">
                <a16:creationId xmlns:a16="http://schemas.microsoft.com/office/drawing/2014/main" id="{B7C5E6E1-EF28-2D4E-71C8-55AE8FAF6D05}"/>
              </a:ext>
            </a:extLst>
          </p:cNvPr>
          <p:cNvGrpSpPr/>
          <p:nvPr/>
        </p:nvGrpSpPr>
        <p:grpSpPr>
          <a:xfrm>
            <a:off x="9832209" y="3322699"/>
            <a:ext cx="1190069" cy="1458564"/>
            <a:chOff x="2490872" y="706504"/>
            <a:chExt cx="1190069" cy="1458564"/>
          </a:xfrm>
        </p:grpSpPr>
        <p:sp>
          <p:nvSpPr>
            <p:cNvPr id="14" name="Arrow: Down 13">
              <a:extLst>
                <a:ext uri="{FF2B5EF4-FFF2-40B4-BE49-F238E27FC236}">
                  <a16:creationId xmlns:a16="http://schemas.microsoft.com/office/drawing/2014/main" id="{A648C926-D0DD-01AA-DCA5-5D133E9DFF7F}"/>
                </a:ext>
              </a:extLst>
            </p:cNvPr>
            <p:cNvSpPr/>
            <p:nvPr/>
          </p:nvSpPr>
          <p:spPr>
            <a:xfrm>
              <a:off x="2490872" y="706504"/>
              <a:ext cx="281354" cy="1458564"/>
            </a:xfrm>
            <a:prstGeom prst="downArrow">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5" name="TextBox 14">
              <a:extLst>
                <a:ext uri="{FF2B5EF4-FFF2-40B4-BE49-F238E27FC236}">
                  <a16:creationId xmlns:a16="http://schemas.microsoft.com/office/drawing/2014/main" id="{E51E3316-C66E-D506-2D81-0F4D32AC21AD}"/>
                </a:ext>
              </a:extLst>
            </p:cNvPr>
            <p:cNvSpPr txBox="1"/>
            <p:nvPr/>
          </p:nvSpPr>
          <p:spPr>
            <a:xfrm>
              <a:off x="2766541" y="1487696"/>
              <a:ext cx="914400" cy="523220"/>
            </a:xfrm>
            <a:prstGeom prst="rect">
              <a:avLst/>
            </a:prstGeom>
            <a:noFill/>
          </p:spPr>
          <p:txBody>
            <a:bodyPr wrap="square" rtlCol="0">
              <a:spAutoFit/>
            </a:bodyPr>
            <a:lstStyle/>
            <a:p>
              <a:r>
                <a:rPr lang="en-US" sz="2800" dirty="0" err="1">
                  <a:solidFill>
                    <a:schemeClr val="bg1"/>
                  </a:solidFill>
                </a:rPr>
                <a:t>blg</a:t>
              </a:r>
              <a:endParaRPr lang="en-US" sz="2800" dirty="0">
                <a:solidFill>
                  <a:schemeClr val="bg1"/>
                </a:solidFill>
              </a:endParaRPr>
            </a:p>
          </p:txBody>
        </p:sp>
      </p:grpSp>
      <p:grpSp>
        <p:nvGrpSpPr>
          <p:cNvPr id="18" name="Group 17">
            <a:extLst>
              <a:ext uri="{FF2B5EF4-FFF2-40B4-BE49-F238E27FC236}">
                <a16:creationId xmlns:a16="http://schemas.microsoft.com/office/drawing/2014/main" id="{9C577A44-C887-B496-46F0-84444D75CC39}"/>
              </a:ext>
            </a:extLst>
          </p:cNvPr>
          <p:cNvGrpSpPr/>
          <p:nvPr/>
        </p:nvGrpSpPr>
        <p:grpSpPr>
          <a:xfrm>
            <a:off x="10352594" y="2400711"/>
            <a:ext cx="1521655" cy="631443"/>
            <a:chOff x="6477283" y="3213511"/>
            <a:chExt cx="1521655" cy="631443"/>
          </a:xfrm>
        </p:grpSpPr>
        <p:sp>
          <p:nvSpPr>
            <p:cNvPr id="16" name="Arrow: Right 15">
              <a:extLst>
                <a:ext uri="{FF2B5EF4-FFF2-40B4-BE49-F238E27FC236}">
                  <a16:creationId xmlns:a16="http://schemas.microsoft.com/office/drawing/2014/main" id="{342A9F6F-8097-9CD8-653B-FC39D6FA4978}"/>
                </a:ext>
              </a:extLst>
            </p:cNvPr>
            <p:cNvSpPr/>
            <p:nvPr/>
          </p:nvSpPr>
          <p:spPr>
            <a:xfrm rot="10800000">
              <a:off x="6477283" y="3663431"/>
              <a:ext cx="1521655" cy="181523"/>
            </a:xfrm>
            <a:prstGeom prst="rightArrow">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7" name="TextBox 16">
              <a:extLst>
                <a:ext uri="{FF2B5EF4-FFF2-40B4-BE49-F238E27FC236}">
                  <a16:creationId xmlns:a16="http://schemas.microsoft.com/office/drawing/2014/main" id="{7C10F2C8-40CF-68CD-C4E9-7578F22346C1}"/>
                </a:ext>
              </a:extLst>
            </p:cNvPr>
            <p:cNvSpPr txBox="1"/>
            <p:nvPr/>
          </p:nvSpPr>
          <p:spPr>
            <a:xfrm>
              <a:off x="6996898" y="3213511"/>
              <a:ext cx="914400" cy="523220"/>
            </a:xfrm>
            <a:prstGeom prst="rect">
              <a:avLst/>
            </a:prstGeom>
            <a:noFill/>
          </p:spPr>
          <p:txBody>
            <a:bodyPr wrap="square" rtlCol="0">
              <a:spAutoFit/>
            </a:bodyPr>
            <a:lstStyle/>
            <a:p>
              <a:r>
                <a:rPr lang="en-US" sz="2800" dirty="0" err="1">
                  <a:solidFill>
                    <a:schemeClr val="bg1"/>
                  </a:solidFill>
                </a:rPr>
                <a:t>bst</a:t>
              </a:r>
              <a:endParaRPr lang="en-US" sz="2800" dirty="0">
                <a:solidFill>
                  <a:schemeClr val="bg1"/>
                </a:solidFill>
              </a:endParaRPr>
            </a:p>
          </p:txBody>
        </p:sp>
      </p:grpSp>
      <p:sp>
        <p:nvSpPr>
          <p:cNvPr id="19" name="Rectangle 18">
            <a:extLst>
              <a:ext uri="{FF2B5EF4-FFF2-40B4-BE49-F238E27FC236}">
                <a16:creationId xmlns:a16="http://schemas.microsoft.com/office/drawing/2014/main" id="{112FF91E-C08C-E4B3-C1AA-32DD5700617C}"/>
              </a:ext>
            </a:extLst>
          </p:cNvPr>
          <p:cNvSpPr/>
          <p:nvPr/>
        </p:nvSpPr>
        <p:spPr>
          <a:xfrm>
            <a:off x="5521231" y="4007543"/>
            <a:ext cx="1758462" cy="981222"/>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dirty="0" err="1"/>
              <a:t>pdflatex</a:t>
            </a:r>
            <a:r>
              <a:rPr lang="en-US" sz="2400" dirty="0"/>
              <a:t> Engine</a:t>
            </a:r>
          </a:p>
        </p:txBody>
      </p:sp>
      <p:grpSp>
        <p:nvGrpSpPr>
          <p:cNvPr id="21" name="Group 20">
            <a:extLst>
              <a:ext uri="{FF2B5EF4-FFF2-40B4-BE49-F238E27FC236}">
                <a16:creationId xmlns:a16="http://schemas.microsoft.com/office/drawing/2014/main" id="{82122031-D2B1-7D3A-4831-6E512BCA93E5}"/>
              </a:ext>
            </a:extLst>
          </p:cNvPr>
          <p:cNvGrpSpPr/>
          <p:nvPr/>
        </p:nvGrpSpPr>
        <p:grpSpPr>
          <a:xfrm>
            <a:off x="9449917" y="1134593"/>
            <a:ext cx="1130994" cy="1458564"/>
            <a:chOff x="2490872" y="706504"/>
            <a:chExt cx="1130994" cy="1458564"/>
          </a:xfrm>
        </p:grpSpPr>
        <p:sp>
          <p:nvSpPr>
            <p:cNvPr id="22" name="Arrow: Down 21">
              <a:extLst>
                <a:ext uri="{FF2B5EF4-FFF2-40B4-BE49-F238E27FC236}">
                  <a16:creationId xmlns:a16="http://schemas.microsoft.com/office/drawing/2014/main" id="{298020DB-9FAB-41E7-5128-930F10974A2F}"/>
                </a:ext>
              </a:extLst>
            </p:cNvPr>
            <p:cNvSpPr/>
            <p:nvPr/>
          </p:nvSpPr>
          <p:spPr>
            <a:xfrm>
              <a:off x="2490872" y="706504"/>
              <a:ext cx="281354" cy="1458564"/>
            </a:xfrm>
            <a:prstGeom prst="downArrow">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3" name="TextBox 22">
              <a:extLst>
                <a:ext uri="{FF2B5EF4-FFF2-40B4-BE49-F238E27FC236}">
                  <a16:creationId xmlns:a16="http://schemas.microsoft.com/office/drawing/2014/main" id="{95042FD6-3B95-327D-F481-6C7D9DAD0390}"/>
                </a:ext>
              </a:extLst>
            </p:cNvPr>
            <p:cNvSpPr txBox="1"/>
            <p:nvPr/>
          </p:nvSpPr>
          <p:spPr>
            <a:xfrm>
              <a:off x="2707466" y="1057237"/>
              <a:ext cx="914400" cy="523220"/>
            </a:xfrm>
            <a:prstGeom prst="rect">
              <a:avLst/>
            </a:prstGeom>
            <a:noFill/>
          </p:spPr>
          <p:txBody>
            <a:bodyPr wrap="square" rtlCol="0">
              <a:spAutoFit/>
            </a:bodyPr>
            <a:lstStyle/>
            <a:p>
              <a:r>
                <a:rPr lang="en-US" sz="2800" dirty="0">
                  <a:solidFill>
                    <a:schemeClr val="bg1"/>
                  </a:solidFill>
                </a:rPr>
                <a:t>.bib</a:t>
              </a:r>
            </a:p>
          </p:txBody>
        </p:sp>
      </p:grpSp>
      <p:grpSp>
        <p:nvGrpSpPr>
          <p:cNvPr id="72" name="Group 71">
            <a:extLst>
              <a:ext uri="{FF2B5EF4-FFF2-40B4-BE49-F238E27FC236}">
                <a16:creationId xmlns:a16="http://schemas.microsoft.com/office/drawing/2014/main" id="{315B28F5-2F53-6CB4-AD2C-999129CBA4AB}"/>
              </a:ext>
            </a:extLst>
          </p:cNvPr>
          <p:cNvGrpSpPr/>
          <p:nvPr/>
        </p:nvGrpSpPr>
        <p:grpSpPr>
          <a:xfrm>
            <a:off x="7292931" y="3322701"/>
            <a:ext cx="1932469" cy="1413747"/>
            <a:chOff x="7292931" y="3322701"/>
            <a:chExt cx="1932469" cy="1413747"/>
          </a:xfrm>
        </p:grpSpPr>
        <p:sp>
          <p:nvSpPr>
            <p:cNvPr id="24" name="Arrow: Bent-Up 23">
              <a:extLst>
                <a:ext uri="{FF2B5EF4-FFF2-40B4-BE49-F238E27FC236}">
                  <a16:creationId xmlns:a16="http://schemas.microsoft.com/office/drawing/2014/main" id="{29E0D2A0-9158-B224-AD19-82AEBE1FD248}"/>
                </a:ext>
              </a:extLst>
            </p:cNvPr>
            <p:cNvSpPr/>
            <p:nvPr/>
          </p:nvSpPr>
          <p:spPr>
            <a:xfrm rot="5400000" flipV="1">
              <a:off x="7552292" y="3063340"/>
              <a:ext cx="1413747" cy="1932469"/>
            </a:xfrm>
            <a:prstGeom prst="bentUpArrow">
              <a:avLst>
                <a:gd name="adj1" fmla="val 19267"/>
                <a:gd name="adj2" fmla="val 25000"/>
                <a:gd name="adj3" fmla="val 25000"/>
              </a:avLst>
            </a:prstGeom>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5" name="TextBox 24">
              <a:extLst>
                <a:ext uri="{FF2B5EF4-FFF2-40B4-BE49-F238E27FC236}">
                  <a16:creationId xmlns:a16="http://schemas.microsoft.com/office/drawing/2014/main" id="{C1AFEE38-6B56-079D-134C-55779D6A7268}"/>
                </a:ext>
              </a:extLst>
            </p:cNvPr>
            <p:cNvSpPr txBox="1"/>
            <p:nvPr/>
          </p:nvSpPr>
          <p:spPr>
            <a:xfrm>
              <a:off x="8011213" y="3745933"/>
              <a:ext cx="914400" cy="523220"/>
            </a:xfrm>
            <a:prstGeom prst="rect">
              <a:avLst/>
            </a:prstGeom>
            <a:noFill/>
          </p:spPr>
          <p:txBody>
            <a:bodyPr wrap="square" rtlCol="0">
              <a:spAutoFit/>
            </a:bodyPr>
            <a:lstStyle/>
            <a:p>
              <a:r>
                <a:rPr lang="en-US" sz="2800" dirty="0" err="1">
                  <a:solidFill>
                    <a:schemeClr val="bg1"/>
                  </a:solidFill>
                </a:rPr>
                <a:t>bbl</a:t>
              </a:r>
              <a:endParaRPr lang="en-US" sz="2800" dirty="0">
                <a:solidFill>
                  <a:schemeClr val="bg1"/>
                </a:solidFill>
              </a:endParaRPr>
            </a:p>
          </p:txBody>
        </p:sp>
      </p:grpSp>
      <p:sp>
        <p:nvSpPr>
          <p:cNvPr id="26" name="Rectangle 25">
            <a:extLst>
              <a:ext uri="{FF2B5EF4-FFF2-40B4-BE49-F238E27FC236}">
                <a16:creationId xmlns:a16="http://schemas.microsoft.com/office/drawing/2014/main" id="{1CD11400-3BBA-AC99-CEE4-B3B8515FD2FD}"/>
              </a:ext>
            </a:extLst>
          </p:cNvPr>
          <p:cNvSpPr/>
          <p:nvPr/>
        </p:nvSpPr>
        <p:spPr>
          <a:xfrm>
            <a:off x="5542332" y="5651649"/>
            <a:ext cx="1758462" cy="981222"/>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dirty="0" err="1"/>
              <a:t>pdflatex</a:t>
            </a:r>
            <a:r>
              <a:rPr lang="en-US" sz="2400" dirty="0"/>
              <a:t> Engine</a:t>
            </a:r>
          </a:p>
        </p:txBody>
      </p:sp>
      <p:grpSp>
        <p:nvGrpSpPr>
          <p:cNvPr id="27" name="Group 26">
            <a:extLst>
              <a:ext uri="{FF2B5EF4-FFF2-40B4-BE49-F238E27FC236}">
                <a16:creationId xmlns:a16="http://schemas.microsoft.com/office/drawing/2014/main" id="{36CE1988-E5BA-56C6-DA2F-5C4FF061C6B3}"/>
              </a:ext>
            </a:extLst>
          </p:cNvPr>
          <p:cNvGrpSpPr/>
          <p:nvPr/>
        </p:nvGrpSpPr>
        <p:grpSpPr>
          <a:xfrm>
            <a:off x="6562240" y="4951590"/>
            <a:ext cx="1140374" cy="738552"/>
            <a:chOff x="2405575" y="1336432"/>
            <a:chExt cx="1140374" cy="738552"/>
          </a:xfrm>
        </p:grpSpPr>
        <p:sp>
          <p:nvSpPr>
            <p:cNvPr id="28" name="Arrow: Down 27">
              <a:extLst>
                <a:ext uri="{FF2B5EF4-FFF2-40B4-BE49-F238E27FC236}">
                  <a16:creationId xmlns:a16="http://schemas.microsoft.com/office/drawing/2014/main" id="{1B5F5EF4-1A73-9DE2-F75B-296A15DD7442}"/>
                </a:ext>
              </a:extLst>
            </p:cNvPr>
            <p:cNvSpPr/>
            <p:nvPr/>
          </p:nvSpPr>
          <p:spPr>
            <a:xfrm>
              <a:off x="2405575" y="1336432"/>
              <a:ext cx="281354" cy="738552"/>
            </a:xfrm>
            <a:prstGeom prst="downArrow">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9" name="TextBox 28">
              <a:extLst>
                <a:ext uri="{FF2B5EF4-FFF2-40B4-BE49-F238E27FC236}">
                  <a16:creationId xmlns:a16="http://schemas.microsoft.com/office/drawing/2014/main" id="{09B7E3E3-9450-AAA7-4C43-F92303D1FF42}"/>
                </a:ext>
              </a:extLst>
            </p:cNvPr>
            <p:cNvSpPr txBox="1"/>
            <p:nvPr/>
          </p:nvSpPr>
          <p:spPr>
            <a:xfrm>
              <a:off x="2631549" y="1379974"/>
              <a:ext cx="914400" cy="523220"/>
            </a:xfrm>
            <a:prstGeom prst="rect">
              <a:avLst/>
            </a:prstGeom>
            <a:noFill/>
          </p:spPr>
          <p:txBody>
            <a:bodyPr wrap="square" rtlCol="0">
              <a:spAutoFit/>
            </a:bodyPr>
            <a:lstStyle/>
            <a:p>
              <a:r>
                <a:rPr lang="en-US" sz="2800" dirty="0">
                  <a:solidFill>
                    <a:schemeClr val="bg1"/>
                  </a:solidFill>
                </a:rPr>
                <a:t>aux</a:t>
              </a:r>
            </a:p>
          </p:txBody>
        </p:sp>
      </p:grpSp>
      <p:grpSp>
        <p:nvGrpSpPr>
          <p:cNvPr id="2" name="Group 1">
            <a:extLst>
              <a:ext uri="{FF2B5EF4-FFF2-40B4-BE49-F238E27FC236}">
                <a16:creationId xmlns:a16="http://schemas.microsoft.com/office/drawing/2014/main" id="{E377D93C-CCE5-F6AD-2D7D-85CB8E595B01}"/>
              </a:ext>
            </a:extLst>
          </p:cNvPr>
          <p:cNvGrpSpPr/>
          <p:nvPr/>
        </p:nvGrpSpPr>
        <p:grpSpPr>
          <a:xfrm>
            <a:off x="513536" y="1289336"/>
            <a:ext cx="3673388" cy="5343535"/>
            <a:chOff x="513536" y="1289336"/>
            <a:chExt cx="3673388" cy="5343535"/>
          </a:xfrm>
        </p:grpSpPr>
        <p:grpSp>
          <p:nvGrpSpPr>
            <p:cNvPr id="73" name="Group 72">
              <a:extLst>
                <a:ext uri="{FF2B5EF4-FFF2-40B4-BE49-F238E27FC236}">
                  <a16:creationId xmlns:a16="http://schemas.microsoft.com/office/drawing/2014/main" id="{0A131A69-0649-998F-65F3-2BEFAA434B4F}"/>
                </a:ext>
              </a:extLst>
            </p:cNvPr>
            <p:cNvGrpSpPr/>
            <p:nvPr/>
          </p:nvGrpSpPr>
          <p:grpSpPr>
            <a:xfrm>
              <a:off x="513536" y="1289336"/>
              <a:ext cx="3673388" cy="5343535"/>
              <a:chOff x="513536" y="1289336"/>
              <a:chExt cx="3673388" cy="5343535"/>
            </a:xfrm>
          </p:grpSpPr>
          <p:sp>
            <p:nvSpPr>
              <p:cNvPr id="20" name="Rectangle: Rounded Corners 19">
                <a:extLst>
                  <a:ext uri="{FF2B5EF4-FFF2-40B4-BE49-F238E27FC236}">
                    <a16:creationId xmlns:a16="http://schemas.microsoft.com/office/drawing/2014/main" id="{65E032E8-1711-EFA7-1ECF-66F499162112}"/>
                  </a:ext>
                </a:extLst>
              </p:cNvPr>
              <p:cNvSpPr/>
              <p:nvPr/>
            </p:nvSpPr>
            <p:spPr>
              <a:xfrm>
                <a:off x="513536" y="1289336"/>
                <a:ext cx="3587586" cy="5343535"/>
              </a:xfrm>
              <a:prstGeom prst="round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60" name="TextBox 59">
                <a:extLst>
                  <a:ext uri="{FF2B5EF4-FFF2-40B4-BE49-F238E27FC236}">
                    <a16:creationId xmlns:a16="http://schemas.microsoft.com/office/drawing/2014/main" id="{499A0E8C-62D7-4813-5C2A-568DF0E0A4CB}"/>
                  </a:ext>
                </a:extLst>
              </p:cNvPr>
              <p:cNvSpPr txBox="1"/>
              <p:nvPr/>
            </p:nvSpPr>
            <p:spPr>
              <a:xfrm>
                <a:off x="734533" y="1340859"/>
                <a:ext cx="3452391" cy="954107"/>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Compiling Sequence</a:t>
                </a:r>
              </a:p>
              <a:p>
                <a:endParaRPr lang="en-US" sz="2800" dirty="0">
                  <a:latin typeface="Times New Roman" panose="02020603050405020304" pitchFamily="18" charset="0"/>
                  <a:cs typeface="Times New Roman" panose="02020603050405020304" pitchFamily="18" charset="0"/>
                </a:endParaRPr>
              </a:p>
            </p:txBody>
          </p:sp>
          <p:sp>
            <p:nvSpPr>
              <p:cNvPr id="61" name="Rectangle 60">
                <a:extLst>
                  <a:ext uri="{FF2B5EF4-FFF2-40B4-BE49-F238E27FC236}">
                    <a16:creationId xmlns:a16="http://schemas.microsoft.com/office/drawing/2014/main" id="{D4106DF6-0D5E-037E-AF42-9AE6BC9D3747}"/>
                  </a:ext>
                </a:extLst>
              </p:cNvPr>
              <p:cNvSpPr/>
              <p:nvPr/>
            </p:nvSpPr>
            <p:spPr>
              <a:xfrm>
                <a:off x="1548537" y="2045322"/>
                <a:ext cx="1526886" cy="844853"/>
              </a:xfrm>
              <a:prstGeom prst="rect">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400" dirty="0" err="1"/>
                  <a:t>pdflatex</a:t>
                </a:r>
                <a:endParaRPr lang="en-US" sz="2400" dirty="0"/>
              </a:p>
            </p:txBody>
          </p:sp>
          <p:sp>
            <p:nvSpPr>
              <p:cNvPr id="63" name="Rectangle 62">
                <a:extLst>
                  <a:ext uri="{FF2B5EF4-FFF2-40B4-BE49-F238E27FC236}">
                    <a16:creationId xmlns:a16="http://schemas.microsoft.com/office/drawing/2014/main" id="{B5A15553-B44C-0746-C38F-9D811B2DB9F1}"/>
                  </a:ext>
                </a:extLst>
              </p:cNvPr>
              <p:cNvSpPr/>
              <p:nvPr/>
            </p:nvSpPr>
            <p:spPr>
              <a:xfrm>
                <a:off x="1543886" y="4365501"/>
                <a:ext cx="1526886" cy="844853"/>
              </a:xfrm>
              <a:prstGeom prst="rect">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400" dirty="0" err="1"/>
                  <a:t>pdflatex</a:t>
                </a:r>
                <a:endParaRPr lang="en-US" sz="2400" dirty="0"/>
              </a:p>
            </p:txBody>
          </p:sp>
          <p:sp>
            <p:nvSpPr>
              <p:cNvPr id="64" name="Rectangle 63">
                <a:extLst>
                  <a:ext uri="{FF2B5EF4-FFF2-40B4-BE49-F238E27FC236}">
                    <a16:creationId xmlns:a16="http://schemas.microsoft.com/office/drawing/2014/main" id="{4A9CE310-DA1B-740F-953A-A2A166999972}"/>
                  </a:ext>
                </a:extLst>
              </p:cNvPr>
              <p:cNvSpPr/>
              <p:nvPr/>
            </p:nvSpPr>
            <p:spPr>
              <a:xfrm>
                <a:off x="1543886" y="5563842"/>
                <a:ext cx="1526886" cy="844853"/>
              </a:xfrm>
              <a:prstGeom prst="rect">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400" dirty="0" err="1"/>
                  <a:t>pdflatex</a:t>
                </a:r>
                <a:endParaRPr lang="en-US" sz="2400" dirty="0"/>
              </a:p>
            </p:txBody>
          </p:sp>
          <p:cxnSp>
            <p:nvCxnSpPr>
              <p:cNvPr id="66" name="Straight Arrow Connector 65">
                <a:extLst>
                  <a:ext uri="{FF2B5EF4-FFF2-40B4-BE49-F238E27FC236}">
                    <a16:creationId xmlns:a16="http://schemas.microsoft.com/office/drawing/2014/main" id="{6CBDF5E8-51B1-1A76-7053-694BB22D7947}"/>
                  </a:ext>
                </a:extLst>
              </p:cNvPr>
              <p:cNvCxnSpPr>
                <a:cxnSpLocks/>
              </p:cNvCxnSpPr>
              <p:nvPr/>
            </p:nvCxnSpPr>
            <p:spPr>
              <a:xfrm>
                <a:off x="2307329" y="2884700"/>
                <a:ext cx="0" cy="30002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CB88BF19-E93F-F7BB-4516-CFE57F52F63A}"/>
                  </a:ext>
                </a:extLst>
              </p:cNvPr>
              <p:cNvCxnSpPr>
                <a:cxnSpLocks/>
              </p:cNvCxnSpPr>
              <p:nvPr/>
            </p:nvCxnSpPr>
            <p:spPr>
              <a:xfrm>
                <a:off x="2307329" y="4029574"/>
                <a:ext cx="0" cy="33592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0B72EF31-1856-9286-3E9D-75F2B8C752C1}"/>
                  </a:ext>
                </a:extLst>
              </p:cNvPr>
              <p:cNvCxnSpPr>
                <a:cxnSpLocks/>
                <a:endCxn id="64" idx="0"/>
              </p:cNvCxnSpPr>
              <p:nvPr/>
            </p:nvCxnSpPr>
            <p:spPr>
              <a:xfrm>
                <a:off x="2307329" y="5210354"/>
                <a:ext cx="0" cy="35348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74" name="Rectangle: Rounded Corners 73">
              <a:extLst>
                <a:ext uri="{FF2B5EF4-FFF2-40B4-BE49-F238E27FC236}">
                  <a16:creationId xmlns:a16="http://schemas.microsoft.com/office/drawing/2014/main" id="{676D3D6B-974A-E4F4-E473-34A68B31D769}"/>
                </a:ext>
              </a:extLst>
            </p:cNvPr>
            <p:cNvSpPr/>
            <p:nvPr/>
          </p:nvSpPr>
          <p:spPr>
            <a:xfrm>
              <a:off x="1543884" y="3182573"/>
              <a:ext cx="1526885" cy="844853"/>
            </a:xfrm>
            <a:prstGeom prst="roundRect">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800"/>
                <a:t>BibTeX</a:t>
              </a:r>
            </a:p>
          </p:txBody>
        </p:sp>
      </p:grpSp>
    </p:spTree>
    <p:extLst>
      <p:ext uri="{BB962C8B-B14F-4D97-AF65-F5344CB8AC3E}">
        <p14:creationId xmlns:p14="http://schemas.microsoft.com/office/powerpoint/2010/main" val="880080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6"/>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1" grpId="0" animBg="1"/>
      <p:bldP spid="12" grpId="0" animBg="1"/>
      <p:bldP spid="19" grpId="0" animBg="1"/>
      <p:bldP spid="2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25B229DF-81B2-C3F9-519E-789BAFE958C2}"/>
              </a:ext>
            </a:extLst>
          </p:cNvPr>
          <p:cNvSpPr/>
          <p:nvPr/>
        </p:nvSpPr>
        <p:spPr>
          <a:xfrm>
            <a:off x="211015" y="107004"/>
            <a:ext cx="3826412" cy="587851"/>
          </a:xfrm>
          <a:prstGeom prst="round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800" dirty="0">
                <a:latin typeface="Times New Roman" panose="02020603050405020304" pitchFamily="18" charset="0"/>
                <a:cs typeface="Times New Roman" panose="02020603050405020304" pitchFamily="18" charset="0"/>
              </a:rPr>
              <a:t>Cleaning Auxiliary Files</a:t>
            </a:r>
          </a:p>
        </p:txBody>
      </p:sp>
      <p:grpSp>
        <p:nvGrpSpPr>
          <p:cNvPr id="8" name="Group 7">
            <a:extLst>
              <a:ext uri="{FF2B5EF4-FFF2-40B4-BE49-F238E27FC236}">
                <a16:creationId xmlns:a16="http://schemas.microsoft.com/office/drawing/2014/main" id="{3D3FD3F7-985F-FA10-109F-72744B925327}"/>
              </a:ext>
            </a:extLst>
          </p:cNvPr>
          <p:cNvGrpSpPr/>
          <p:nvPr/>
        </p:nvGrpSpPr>
        <p:grpSpPr>
          <a:xfrm>
            <a:off x="686972" y="781983"/>
            <a:ext cx="11214295" cy="4191292"/>
            <a:chOff x="686972" y="866392"/>
            <a:chExt cx="11214295" cy="4191292"/>
          </a:xfrm>
        </p:grpSpPr>
        <p:sp>
          <p:nvSpPr>
            <p:cNvPr id="5" name="Rectangle 4">
              <a:extLst>
                <a:ext uri="{FF2B5EF4-FFF2-40B4-BE49-F238E27FC236}">
                  <a16:creationId xmlns:a16="http://schemas.microsoft.com/office/drawing/2014/main" id="{D8D3A9C5-76D5-D8BC-E122-869F9E406EDF}"/>
                </a:ext>
              </a:extLst>
            </p:cNvPr>
            <p:cNvSpPr/>
            <p:nvPr/>
          </p:nvSpPr>
          <p:spPr>
            <a:xfrm>
              <a:off x="686972" y="894792"/>
              <a:ext cx="11214295" cy="4162892"/>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6" name="TextBox 5">
              <a:extLst>
                <a:ext uri="{FF2B5EF4-FFF2-40B4-BE49-F238E27FC236}">
                  <a16:creationId xmlns:a16="http://schemas.microsoft.com/office/drawing/2014/main" id="{56178228-F2F2-5B7D-FFD3-655C86E0407D}"/>
                </a:ext>
              </a:extLst>
            </p:cNvPr>
            <p:cNvSpPr txBox="1"/>
            <p:nvPr/>
          </p:nvSpPr>
          <p:spPr>
            <a:xfrm>
              <a:off x="858127" y="866392"/>
              <a:ext cx="2504049"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Reasons </a:t>
              </a:r>
            </a:p>
          </p:txBody>
        </p:sp>
        <p:sp>
          <p:nvSpPr>
            <p:cNvPr id="7" name="TextBox 6">
              <a:extLst>
                <a:ext uri="{FF2B5EF4-FFF2-40B4-BE49-F238E27FC236}">
                  <a16:creationId xmlns:a16="http://schemas.microsoft.com/office/drawing/2014/main" id="{D8BE8139-55AD-26E9-D96D-4535C5AA1520}"/>
                </a:ext>
              </a:extLst>
            </p:cNvPr>
            <p:cNvSpPr txBox="1"/>
            <p:nvPr/>
          </p:nvSpPr>
          <p:spPr>
            <a:xfrm>
              <a:off x="1004666" y="1424963"/>
              <a:ext cx="10578906" cy="3539430"/>
            </a:xfrm>
            <a:prstGeom prst="rect">
              <a:avLst/>
            </a:prstGeom>
            <a:noFill/>
          </p:spPr>
          <p:txBody>
            <a:bodyPr wrap="square" rtlCol="0">
              <a:spAutoFit/>
            </a:bodyPr>
            <a:lstStyle/>
            <a:p>
              <a:pPr marL="342900" indent="-342900">
                <a:buAutoNum type="arabicPeriod"/>
              </a:pPr>
              <a:r>
                <a:rPr lang="en-US" sz="1600" b="1" dirty="0">
                  <a:latin typeface="Times New Roman" panose="02020603050405020304" pitchFamily="18" charset="0"/>
                  <a:cs typeface="Times New Roman" panose="02020603050405020304" pitchFamily="18" charset="0"/>
                </a:rPr>
                <a:t>Consistency and Accuracy:</a:t>
              </a:r>
              <a:r>
                <a:rPr lang="en-US" sz="1600" dirty="0">
                  <a:latin typeface="Times New Roman" panose="02020603050405020304" pitchFamily="18" charset="0"/>
                  <a:cs typeface="Times New Roman" panose="02020603050405020304" pitchFamily="18" charset="0"/>
                </a:rPr>
                <a:t> Auxiliary files, such as .aux, .</a:t>
              </a:r>
              <a:r>
                <a:rPr lang="en-US" sz="1600" dirty="0" err="1">
                  <a:latin typeface="Times New Roman" panose="02020603050405020304" pitchFamily="18" charset="0"/>
                  <a:cs typeface="Times New Roman" panose="02020603050405020304" pitchFamily="18" charset="0"/>
                </a:rPr>
                <a:t>bbl</a:t>
              </a:r>
              <a:r>
                <a:rPr lang="en-US" sz="1600" dirty="0">
                  <a:latin typeface="Times New Roman" panose="02020603050405020304" pitchFamily="18" charset="0"/>
                  <a:cs typeface="Times New Roman" panose="02020603050405020304" pitchFamily="18" charset="0"/>
                </a:rPr>
                <a:t>, and .</a:t>
              </a:r>
              <a:r>
                <a:rPr lang="en-US" sz="1600" dirty="0" err="1">
                  <a:latin typeface="Times New Roman" panose="02020603050405020304" pitchFamily="18" charset="0"/>
                  <a:cs typeface="Times New Roman" panose="02020603050405020304" pitchFamily="18" charset="0"/>
                </a:rPr>
                <a:t>blg</a:t>
              </a:r>
              <a:r>
                <a:rPr lang="en-US" sz="1600" dirty="0">
                  <a:latin typeface="Times New Roman" panose="02020603050405020304" pitchFamily="18" charset="0"/>
                  <a:cs typeface="Times New Roman" panose="02020603050405020304" pitchFamily="18" charset="0"/>
                </a:rPr>
                <a:t> files, are generated when you compile a LaTeX document with </a:t>
              </a:r>
              <a:r>
                <a:rPr lang="en-US" sz="1600" dirty="0" err="1">
                  <a:latin typeface="Times New Roman" panose="02020603050405020304" pitchFamily="18" charset="0"/>
                  <a:cs typeface="Times New Roman" panose="02020603050405020304" pitchFamily="18" charset="0"/>
                </a:rPr>
                <a:t>BibTeX</a:t>
              </a:r>
              <a:r>
                <a:rPr lang="en-US" sz="1600" dirty="0">
                  <a:latin typeface="Times New Roman" panose="02020603050405020304" pitchFamily="18" charset="0"/>
                  <a:cs typeface="Times New Roman" panose="02020603050405020304" pitchFamily="18" charset="0"/>
                </a:rPr>
                <a:t>. These files contain information about citations, references, and bibliography styles. If you make changes to your bibliography (e.g., add, modify, or delete references) and do not clean the auxiliary files, the old data may still be present, leading to inconsistencies and inaccuracies in your document.</a:t>
              </a:r>
            </a:p>
            <a:p>
              <a:pPr marL="342900" indent="-342900">
                <a:buAutoNum type="arabicPeriod"/>
              </a:pPr>
              <a:r>
                <a:rPr lang="en-US" sz="1600" b="1" dirty="0">
                  <a:latin typeface="Times New Roman" panose="02020603050405020304" pitchFamily="18" charset="0"/>
                  <a:cs typeface="Times New Roman" panose="02020603050405020304" pitchFamily="18" charset="0"/>
                </a:rPr>
                <a:t>Reflecting Changes:</a:t>
              </a:r>
              <a:r>
                <a:rPr lang="en-US" sz="1600" dirty="0">
                  <a:latin typeface="Times New Roman" panose="02020603050405020304" pitchFamily="18" charset="0"/>
                  <a:cs typeface="Times New Roman" panose="02020603050405020304" pitchFamily="18" charset="0"/>
                </a:rPr>
                <a:t> After modifying your .bib file (the file that contains your bibliography database) or your document's citation style, it's essential to remove the old auxiliary files and regenerate them to ensure that your LaTeX document reflects the most recent changes. Failure to do this can result in outdated references and citation styles.</a:t>
              </a:r>
            </a:p>
            <a:p>
              <a:pPr marL="342900" indent="-342900">
                <a:buAutoNum type="arabicPeriod"/>
              </a:pPr>
              <a:r>
                <a:rPr lang="en-US" sz="1600" b="1" dirty="0">
                  <a:latin typeface="Times New Roman" panose="02020603050405020304" pitchFamily="18" charset="0"/>
                  <a:cs typeface="Times New Roman" panose="02020603050405020304" pitchFamily="18" charset="0"/>
                </a:rPr>
                <a:t>Debugging and Troubleshooting: </a:t>
              </a:r>
              <a:r>
                <a:rPr lang="en-US" sz="1600" dirty="0">
                  <a:latin typeface="Times New Roman" panose="02020603050405020304" pitchFamily="18" charset="0"/>
                  <a:cs typeface="Times New Roman" panose="02020603050405020304" pitchFamily="18" charset="0"/>
                </a:rPr>
                <a:t>Cleaning auxiliary files can help in debugging and troubleshooting </a:t>
              </a:r>
              <a:r>
                <a:rPr lang="en-US" sz="1600" dirty="0" err="1">
                  <a:latin typeface="Times New Roman" panose="02020603050405020304" pitchFamily="18" charset="0"/>
                  <a:cs typeface="Times New Roman" panose="02020603050405020304" pitchFamily="18" charset="0"/>
                </a:rPr>
                <a:t>BibTeX</a:t>
              </a:r>
              <a:r>
                <a:rPr lang="en-US" sz="1600" dirty="0">
                  <a:latin typeface="Times New Roman" panose="02020603050405020304" pitchFamily="18" charset="0"/>
                  <a:cs typeface="Times New Roman" panose="02020603050405020304" pitchFamily="18" charset="0"/>
                </a:rPr>
                <a:t>-related issues. If there are errors or inconsistencies in your bibliography, it's often recommended to start with a clean slate by deleting the auxiliary files and then recompiling the document. This process can help identify and resolve problems more effectively.</a:t>
              </a:r>
            </a:p>
            <a:p>
              <a:pPr marL="342900" indent="-342900">
                <a:buAutoNum type="arabicPeriod"/>
              </a:pPr>
              <a:r>
                <a:rPr lang="en-US" sz="1600" b="1" dirty="0">
                  <a:latin typeface="Times New Roman" panose="02020603050405020304" pitchFamily="18" charset="0"/>
                  <a:cs typeface="Times New Roman" panose="02020603050405020304" pitchFamily="18" charset="0"/>
                </a:rPr>
                <a:t>Order and Formatting: </a:t>
              </a:r>
              <a:r>
                <a:rPr lang="en-US" sz="1600" dirty="0" err="1">
                  <a:latin typeface="Times New Roman" panose="02020603050405020304" pitchFamily="18" charset="0"/>
                  <a:cs typeface="Times New Roman" panose="02020603050405020304" pitchFamily="18" charset="0"/>
                </a:rPr>
                <a:t>BibTeX</a:t>
              </a:r>
              <a:r>
                <a:rPr lang="en-US" sz="1600" dirty="0">
                  <a:latin typeface="Times New Roman" panose="02020603050405020304" pitchFamily="18" charset="0"/>
                  <a:cs typeface="Times New Roman" panose="02020603050405020304" pitchFamily="18" charset="0"/>
                </a:rPr>
                <a:t> uses auxiliary files to determine the order of references in your document and to format them according to the specified bibliography style (e.g., APA, MLA, Chicago). Cleaning and regenerating these files ensures that references appear in the correct order and are formatted according to the desired style.</a:t>
              </a:r>
            </a:p>
          </p:txBody>
        </p:sp>
      </p:grpSp>
      <p:sp>
        <p:nvSpPr>
          <p:cNvPr id="9" name="Rectangle 8">
            <a:extLst>
              <a:ext uri="{FF2B5EF4-FFF2-40B4-BE49-F238E27FC236}">
                <a16:creationId xmlns:a16="http://schemas.microsoft.com/office/drawing/2014/main" id="{0B468763-6CE3-195D-FBD5-91A6BC6B11C7}"/>
              </a:ext>
            </a:extLst>
          </p:cNvPr>
          <p:cNvSpPr/>
          <p:nvPr/>
        </p:nvSpPr>
        <p:spPr>
          <a:xfrm>
            <a:off x="686971" y="5045289"/>
            <a:ext cx="11214295" cy="1695157"/>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0" name="TextBox 9">
            <a:extLst>
              <a:ext uri="{FF2B5EF4-FFF2-40B4-BE49-F238E27FC236}">
                <a16:creationId xmlns:a16="http://schemas.microsoft.com/office/drawing/2014/main" id="{F5339D6F-FB2B-FE59-4570-8B37DFBF8821}"/>
              </a:ext>
            </a:extLst>
          </p:cNvPr>
          <p:cNvSpPr txBox="1"/>
          <p:nvPr/>
        </p:nvSpPr>
        <p:spPr>
          <a:xfrm>
            <a:off x="858126" y="4951998"/>
            <a:ext cx="2504049" cy="584775"/>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Steps</a:t>
            </a:r>
            <a:r>
              <a:rPr lang="en-US" sz="3200" b="1" dirty="0">
                <a:latin typeface="Times New Roman" panose="02020603050405020304" pitchFamily="18" charset="0"/>
                <a:cs typeface="Times New Roman" panose="02020603050405020304" pitchFamily="18" charset="0"/>
              </a:rPr>
              <a:t> </a:t>
            </a:r>
          </a:p>
        </p:txBody>
      </p:sp>
      <p:sp>
        <p:nvSpPr>
          <p:cNvPr id="11" name="TextBox 10">
            <a:extLst>
              <a:ext uri="{FF2B5EF4-FFF2-40B4-BE49-F238E27FC236}">
                <a16:creationId xmlns:a16="http://schemas.microsoft.com/office/drawing/2014/main" id="{5AEA5751-C87A-8F8E-7058-05108A78EDC1}"/>
              </a:ext>
            </a:extLst>
          </p:cNvPr>
          <p:cNvSpPr txBox="1"/>
          <p:nvPr/>
        </p:nvSpPr>
        <p:spPr>
          <a:xfrm>
            <a:off x="1004666" y="5503446"/>
            <a:ext cx="10578906" cy="1200329"/>
          </a:xfrm>
          <a:prstGeom prst="rect">
            <a:avLst/>
          </a:prstGeom>
          <a:noFill/>
        </p:spPr>
        <p:txBody>
          <a:bodyPr wrap="square" rtlCol="0">
            <a:spAutoFit/>
          </a:bodyPr>
          <a:lstStyle/>
          <a:p>
            <a:pPr marL="342900" indent="-342900">
              <a:buAutoNum type="arabicPeriod"/>
            </a:pPr>
            <a:r>
              <a:rPr lang="en-US" dirty="0">
                <a:latin typeface="Times New Roman" panose="02020603050405020304" pitchFamily="18" charset="0"/>
                <a:cs typeface="Times New Roman" panose="02020603050405020304" pitchFamily="18" charset="0"/>
              </a:rPr>
              <a:t>Delete the .aux, .</a:t>
            </a:r>
            <a:r>
              <a:rPr lang="en-US" dirty="0" err="1">
                <a:latin typeface="Times New Roman" panose="02020603050405020304" pitchFamily="18" charset="0"/>
                <a:cs typeface="Times New Roman" panose="02020603050405020304" pitchFamily="18" charset="0"/>
              </a:rPr>
              <a:t>bbl</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blg</a:t>
            </a:r>
            <a:r>
              <a:rPr lang="en-US" dirty="0">
                <a:latin typeface="Times New Roman" panose="02020603050405020304" pitchFamily="18" charset="0"/>
                <a:cs typeface="Times New Roman" panose="02020603050405020304" pitchFamily="18" charset="0"/>
              </a:rPr>
              <a:t>, and any other generated auxiliary files associated with your LaTeX document.</a:t>
            </a:r>
          </a:p>
          <a:p>
            <a:pPr marL="342900" indent="-342900">
              <a:buAutoNum type="arabicPeriod"/>
            </a:pPr>
            <a:r>
              <a:rPr lang="en-US" dirty="0">
                <a:latin typeface="Times New Roman" panose="02020603050405020304" pitchFamily="18" charset="0"/>
                <a:cs typeface="Times New Roman" panose="02020603050405020304" pitchFamily="18" charset="0"/>
              </a:rPr>
              <a:t>Recompile your LaTeX document by running LaTeX, </a:t>
            </a:r>
            <a:r>
              <a:rPr lang="en-US" dirty="0" err="1">
                <a:latin typeface="Times New Roman" panose="02020603050405020304" pitchFamily="18" charset="0"/>
                <a:cs typeface="Times New Roman" panose="02020603050405020304" pitchFamily="18" charset="0"/>
              </a:rPr>
              <a:t>BibTeX</a:t>
            </a:r>
            <a:r>
              <a:rPr lang="en-US" dirty="0">
                <a:latin typeface="Times New Roman" panose="02020603050405020304" pitchFamily="18" charset="0"/>
                <a:cs typeface="Times New Roman" panose="02020603050405020304" pitchFamily="18" charset="0"/>
              </a:rPr>
              <a:t>, and LaTeX again in the correct sequence.</a:t>
            </a:r>
          </a:p>
          <a:p>
            <a:pPr marL="342900" indent="-342900">
              <a:buAutoNum type="arabicPeriod"/>
            </a:pPr>
            <a:r>
              <a:rPr lang="en-US" dirty="0">
                <a:latin typeface="Times New Roman" panose="02020603050405020304" pitchFamily="18" charset="0"/>
                <a:cs typeface="Times New Roman" panose="02020603050405020304" pitchFamily="18" charset="0"/>
              </a:rPr>
              <a:t>This will generate fresh auxiliary files with updated information from your .bib file and document, ensuring that your citations and references are accurate and up to date.</a:t>
            </a:r>
          </a:p>
        </p:txBody>
      </p:sp>
      <p:grpSp>
        <p:nvGrpSpPr>
          <p:cNvPr id="17" name="Group 16">
            <a:extLst>
              <a:ext uri="{FF2B5EF4-FFF2-40B4-BE49-F238E27FC236}">
                <a16:creationId xmlns:a16="http://schemas.microsoft.com/office/drawing/2014/main" id="{98F88A60-16B6-0CAF-CF64-B18F9B51E6CD}"/>
              </a:ext>
            </a:extLst>
          </p:cNvPr>
          <p:cNvGrpSpPr/>
          <p:nvPr/>
        </p:nvGrpSpPr>
        <p:grpSpPr>
          <a:xfrm>
            <a:off x="6752490" y="31747"/>
            <a:ext cx="5148776" cy="685345"/>
            <a:chOff x="6096000" y="83582"/>
            <a:chExt cx="5148776" cy="685345"/>
          </a:xfrm>
        </p:grpSpPr>
        <p:sp>
          <p:nvSpPr>
            <p:cNvPr id="13" name="Rectangle: Top Corners Rounded 12">
              <a:extLst>
                <a:ext uri="{FF2B5EF4-FFF2-40B4-BE49-F238E27FC236}">
                  <a16:creationId xmlns:a16="http://schemas.microsoft.com/office/drawing/2014/main" id="{2081BC2D-5329-108E-C6E4-A956958A71A8}"/>
                </a:ext>
              </a:extLst>
            </p:cNvPr>
            <p:cNvSpPr/>
            <p:nvPr/>
          </p:nvSpPr>
          <p:spPr>
            <a:xfrm>
              <a:off x="6096000" y="117554"/>
              <a:ext cx="5148776" cy="357230"/>
            </a:xfrm>
            <a:prstGeom prst="round2Same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dirty="0"/>
            </a:p>
          </p:txBody>
        </p:sp>
        <p:sp>
          <p:nvSpPr>
            <p:cNvPr id="14" name="Rectangle: Top Corners Rounded 13">
              <a:extLst>
                <a:ext uri="{FF2B5EF4-FFF2-40B4-BE49-F238E27FC236}">
                  <a16:creationId xmlns:a16="http://schemas.microsoft.com/office/drawing/2014/main" id="{B7F7362F-7053-EFE0-624A-69D866F42C31}"/>
                </a:ext>
              </a:extLst>
            </p:cNvPr>
            <p:cNvSpPr/>
            <p:nvPr/>
          </p:nvSpPr>
          <p:spPr>
            <a:xfrm rot="10800000">
              <a:off x="6096000" y="411697"/>
              <a:ext cx="5148776" cy="357230"/>
            </a:xfrm>
            <a:prstGeom prst="round2Same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DE53859A-92F1-F466-8F14-D12A2DA43668}"/>
                </a:ext>
              </a:extLst>
            </p:cNvPr>
            <p:cNvSpPr txBox="1"/>
            <p:nvPr/>
          </p:nvSpPr>
          <p:spPr>
            <a:xfrm>
              <a:off x="6358596" y="385778"/>
              <a:ext cx="4642339" cy="369332"/>
            </a:xfrm>
            <a:prstGeom prst="rect">
              <a:avLst/>
            </a:prstGeom>
            <a:noFill/>
          </p:spPr>
          <p:txBody>
            <a:bodyPr wrap="square" rtlCol="0">
              <a:spAutoFit/>
            </a:bodyPr>
            <a:lstStyle/>
            <a:p>
              <a:r>
                <a:rPr lang="en-US" b="0" i="0" dirty="0">
                  <a:solidFill>
                    <a:schemeClr val="bg1"/>
                  </a:solidFill>
                  <a:effectLst/>
                  <a:latin typeface="Söhne Mono"/>
                </a:rPr>
                <a:t>rm *.aux *.</a:t>
              </a:r>
              <a:r>
                <a:rPr lang="en-US" b="0" i="0" dirty="0" err="1">
                  <a:solidFill>
                    <a:schemeClr val="bg1"/>
                  </a:solidFill>
                  <a:effectLst/>
                  <a:latin typeface="Söhne Mono"/>
                </a:rPr>
                <a:t>bbl</a:t>
              </a:r>
              <a:r>
                <a:rPr lang="en-US" b="0" i="0" dirty="0">
                  <a:solidFill>
                    <a:schemeClr val="bg1"/>
                  </a:solidFill>
                  <a:effectLst/>
                  <a:latin typeface="Söhne Mono"/>
                </a:rPr>
                <a:t> *.</a:t>
              </a:r>
              <a:r>
                <a:rPr lang="en-US" b="0" i="0" dirty="0" err="1">
                  <a:solidFill>
                    <a:schemeClr val="bg1"/>
                  </a:solidFill>
                  <a:effectLst/>
                  <a:latin typeface="Söhne Mono"/>
                </a:rPr>
                <a:t>blg</a:t>
              </a:r>
              <a:r>
                <a:rPr lang="en-US" b="0" i="0" dirty="0">
                  <a:solidFill>
                    <a:schemeClr val="bg1"/>
                  </a:solidFill>
                  <a:effectLst/>
                  <a:latin typeface="Söhne Mono"/>
                </a:rPr>
                <a:t> *.log</a:t>
              </a:r>
              <a:endParaRPr lang="en-US" dirty="0">
                <a:solidFill>
                  <a:schemeClr val="bg1"/>
                </a:solidFill>
              </a:endParaRPr>
            </a:p>
          </p:txBody>
        </p:sp>
        <p:sp>
          <p:nvSpPr>
            <p:cNvPr id="16" name="TextBox 15">
              <a:extLst>
                <a:ext uri="{FF2B5EF4-FFF2-40B4-BE49-F238E27FC236}">
                  <a16:creationId xmlns:a16="http://schemas.microsoft.com/office/drawing/2014/main" id="{A8C4028D-E9FE-FABE-03DF-5A920BE0386B}"/>
                </a:ext>
              </a:extLst>
            </p:cNvPr>
            <p:cNvSpPr txBox="1"/>
            <p:nvPr/>
          </p:nvSpPr>
          <p:spPr>
            <a:xfrm>
              <a:off x="6096000" y="83582"/>
              <a:ext cx="1371600" cy="369332"/>
            </a:xfrm>
            <a:prstGeom prst="rect">
              <a:avLst/>
            </a:prstGeom>
            <a:noFill/>
          </p:spPr>
          <p:txBody>
            <a:bodyPr wrap="square" rtlCol="0">
              <a:spAutoFit/>
            </a:bodyPr>
            <a:lstStyle/>
            <a:p>
              <a:r>
                <a:rPr lang="en-US" dirty="0">
                  <a:solidFill>
                    <a:schemeClr val="bg1"/>
                  </a:solidFill>
                </a:rPr>
                <a:t>Shell</a:t>
              </a:r>
            </a:p>
          </p:txBody>
        </p:sp>
      </p:grpSp>
    </p:spTree>
    <p:extLst>
      <p:ext uri="{BB962C8B-B14F-4D97-AF65-F5344CB8AC3E}">
        <p14:creationId xmlns:p14="http://schemas.microsoft.com/office/powerpoint/2010/main" val="36671186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AE73016-42C7-CBEB-F917-C8861C64E9F7}"/>
              </a:ext>
            </a:extLst>
          </p:cNvPr>
          <p:cNvSpPr txBox="1"/>
          <p:nvPr/>
        </p:nvSpPr>
        <p:spPr>
          <a:xfrm>
            <a:off x="3300549" y="3044279"/>
            <a:ext cx="7053943" cy="769441"/>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4400" dirty="0">
                <a:solidFill>
                  <a:schemeClr val="bg1"/>
                </a:solidFill>
                <a:latin typeface="Times New Roman" panose="02020603050405020304" pitchFamily="18" charset="0"/>
                <a:cs typeface="Times New Roman" panose="02020603050405020304" pitchFamily="18" charset="0"/>
              </a:rPr>
              <a:t>Thanks for Watching !!</a:t>
            </a:r>
          </a:p>
        </p:txBody>
      </p:sp>
    </p:spTree>
    <p:extLst>
      <p:ext uri="{BB962C8B-B14F-4D97-AF65-F5344CB8AC3E}">
        <p14:creationId xmlns:p14="http://schemas.microsoft.com/office/powerpoint/2010/main" val="15850009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3042</TotalTime>
  <Words>497</Words>
  <Application>Microsoft Office PowerPoint</Application>
  <PresentationFormat>Widescreen</PresentationFormat>
  <Paragraphs>65</Paragraphs>
  <Slides>8</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Calibri</vt:lpstr>
      <vt:lpstr>Calibri Light</vt:lpstr>
      <vt:lpstr>Söhne Mono</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AM MAR</dc:creator>
  <cp:lastModifiedBy>AM MAR</cp:lastModifiedBy>
  <cp:revision>73</cp:revision>
  <dcterms:created xsi:type="dcterms:W3CDTF">2023-10-11T10:19:29Z</dcterms:created>
  <dcterms:modified xsi:type="dcterms:W3CDTF">2023-10-25T01:26:45Z</dcterms:modified>
</cp:coreProperties>
</file>