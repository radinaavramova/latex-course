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AAF6"/>
    <a:srgbClr val="A58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3603-2590-492F-810B-376258E5F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F0DB1-CB51-43EF-92F4-438423550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F45F9-3294-4962-88C9-826063BE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C1C4A-8C84-4FA3-A371-1E313CDB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8FB09-E75F-44D7-BBF0-4812A3D5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6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594E-185D-4A94-A28E-DBBC62E6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A12D4-193C-462D-957C-B21D534D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653F-5ADC-4CCD-AFAC-94F42BA3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82AE-D538-418D-A019-3748D4E2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6F28-E79C-4DB1-A288-E5A1746C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5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AD92-B9FB-4774-9DBB-1BD48979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5F14F-2F45-4059-8ED4-5CA5EFE11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976B-1516-467C-94AA-BC0E04C2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56B1-1FC0-4165-BD2A-315D987E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F43C3-3151-4634-96E2-A2DA149E5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2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C427-A362-40BE-8556-08895ECF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53BF-BCC7-445C-AC8B-9813321F5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AA98C-C006-4871-B334-7E6063C2C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10AAB-08E9-4E25-B1C7-C9A07761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B514-6E7D-4031-A9DB-791880DA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0C895-0B3F-47F5-AE86-195177B8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0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C966-9859-49BE-AB3D-C0342CCB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E1A13-664A-4BB3-9EC2-A20978659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CB7D1-3C6A-4718-A32B-6761F21C2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0942E-570A-4B7E-948F-0EAE3A852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859B1-4BA9-4D66-B8C6-E9450CA88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7E5F6-66A0-45AC-A3C0-67EE9226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CE291-0EE4-4551-A989-7EA62A90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F4C48-25CF-436E-A29D-66F63A4F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9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CF27-FED3-4717-A287-2490D27B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A964-733B-46E1-9AB1-B9BDBD26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855D5-0554-44C3-9F57-4A4AB643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533A2-A6E4-4089-B9BD-FF25E5EA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73E93-FD06-468D-9EED-35ECCFD8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4B7E1-4C88-46ED-BB67-439C0E45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B7EF4-E193-450B-A085-A810FE14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4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70D08-6D4C-473B-831D-5FB02AB8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FC5A-747A-4466-9ECE-E3A1AD514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34920-D748-40C1-B8BB-A7669EED2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1022F-CEF3-48ED-A44A-DEB8C2AF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4E5A-43B5-40C1-9373-C0C0B76DA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DEFCF-AF8F-4B26-82F2-DC61B04A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7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41CE-0787-4672-A992-3726CFD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9BB2E-EF13-4C57-AE29-6916C18A0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45A09-3C69-48FF-85B2-09707682D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82152-C8B7-45D2-AFE3-406E3171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F8F42-9ACC-49A3-9414-9585AC18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0D8CC-D78A-40F0-BE7C-B12C3A81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5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95E1-6C9B-4721-B578-49CF1F3A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62704-4610-4D09-BD05-48B398E56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BD6DD-4303-4DD6-B9B7-1839EF1B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9C39-3E04-44CD-8C25-F10BC5DE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DA72-A9B7-4E45-A7A6-D3498BF8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1EE2D-28B3-4C13-B98A-7483DF022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1DA88-EE56-4D3F-988F-DA8DDAFE8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C9216-562C-4B05-90D2-4CF003E7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C107-9773-445D-A768-590A2B52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C90E-B94D-44B6-88C7-B386082A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87FA9-9BDA-42F0-B4E6-8CB316B92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DD75F-7467-4218-A994-6796D9BC6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48F3D-1F0B-48CB-B6D5-901368600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10F50-6A69-4BEC-950B-98D0AFA0609E}" type="datetimeFigureOut">
              <a:rPr lang="en-US" smtClean="0"/>
              <a:t>3/5/2022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37056-9EED-40B5-BF80-29546A146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344B0-05E7-4A45-9A5A-D9D8DCADB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B358A-811A-434F-AA65-A9F6E943C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0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AF43FE-5EE3-428A-987F-A0B7DEB377A5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5C027-5E0D-41DB-BD54-9F7F0A3C1B99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53E4C7-29A3-4811-96A3-CAB2A4417276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D9803-287D-47A7-A998-BCCF3AEACFB4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86E98-46BB-444A-ABB3-4703C941647A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Floats.</a:t>
            </a:r>
          </a:p>
        </p:txBody>
      </p:sp>
    </p:spTree>
    <p:extLst>
      <p:ext uri="{BB962C8B-B14F-4D97-AF65-F5344CB8AC3E}">
        <p14:creationId xmlns:p14="http://schemas.microsoft.com/office/powerpoint/2010/main" val="272715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E43F5E-654C-4DB3-8DD4-DBDB7A7F17E5}"/>
              </a:ext>
            </a:extLst>
          </p:cNvPr>
          <p:cNvSpPr/>
          <p:nvPr/>
        </p:nvSpPr>
        <p:spPr>
          <a:xfrm>
            <a:off x="815926" y="365760"/>
            <a:ext cx="3235569" cy="74558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Topics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CAA57B-5023-4795-AA75-0A99D128BFE3}"/>
              </a:ext>
            </a:extLst>
          </p:cNvPr>
          <p:cNvSpPr/>
          <p:nvPr/>
        </p:nvSpPr>
        <p:spPr>
          <a:xfrm>
            <a:off x="815926" y="1519311"/>
            <a:ext cx="9551963" cy="46704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BB9B1-1C9F-4FE4-8272-22713884C566}"/>
              </a:ext>
            </a:extLst>
          </p:cNvPr>
          <p:cNvSpPr txBox="1"/>
          <p:nvPr/>
        </p:nvSpPr>
        <p:spPr>
          <a:xfrm>
            <a:off x="1237957" y="1927274"/>
            <a:ext cx="86797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Floats ?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LaTeX defines or deals with Floats ?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learn about Float Controlling ?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Placement Parameters.</a:t>
            </a:r>
          </a:p>
        </p:txBody>
      </p:sp>
    </p:spTree>
    <p:extLst>
      <p:ext uri="{BB962C8B-B14F-4D97-AF65-F5344CB8AC3E}">
        <p14:creationId xmlns:p14="http://schemas.microsoft.com/office/powerpoint/2010/main" val="28651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088AE8-5AC1-4ED6-B9DF-9080F4A4B0D2}"/>
              </a:ext>
            </a:extLst>
          </p:cNvPr>
          <p:cNvSpPr/>
          <p:nvPr/>
        </p:nvSpPr>
        <p:spPr>
          <a:xfrm>
            <a:off x="3606018" y="193431"/>
            <a:ext cx="4979963" cy="647113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16895-5769-4C92-8B56-C37CBAD7C670}"/>
              </a:ext>
            </a:extLst>
          </p:cNvPr>
          <p:cNvSpPr/>
          <p:nvPr/>
        </p:nvSpPr>
        <p:spPr>
          <a:xfrm>
            <a:off x="5266003" y="393895"/>
            <a:ext cx="1659987" cy="202574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Floating Object 1</a:t>
            </a:r>
          </a:p>
          <a:p>
            <a:pPr algn="ctr"/>
            <a:r>
              <a:rPr lang="en-US" sz="1600" dirty="0"/>
              <a:t>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66E89E-62A1-4805-A7DF-4B0E7541B8AD}"/>
              </a:ext>
            </a:extLst>
          </p:cNvPr>
          <p:cNvSpPr/>
          <p:nvPr/>
        </p:nvSpPr>
        <p:spPr>
          <a:xfrm>
            <a:off x="5270692" y="2649415"/>
            <a:ext cx="1659987" cy="155213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Floating Object 2</a:t>
            </a:r>
          </a:p>
          <a:p>
            <a:pPr algn="ctr"/>
            <a:r>
              <a:rPr lang="en-US" sz="1800" dirty="0"/>
              <a:t>Middle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E5AD0-2156-48C7-9F7E-920B46FD2695}"/>
              </a:ext>
            </a:extLst>
          </p:cNvPr>
          <p:cNvSpPr/>
          <p:nvPr/>
        </p:nvSpPr>
        <p:spPr>
          <a:xfrm>
            <a:off x="5266003" y="4431322"/>
            <a:ext cx="1659987" cy="202574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Floating Object 3</a:t>
            </a:r>
          </a:p>
          <a:p>
            <a:pPr algn="ctr"/>
            <a:r>
              <a:rPr lang="en-US" sz="1800" dirty="0"/>
              <a:t>Bottom</a:t>
            </a:r>
          </a:p>
        </p:txBody>
      </p:sp>
    </p:spTree>
    <p:extLst>
      <p:ext uri="{BB962C8B-B14F-4D97-AF65-F5344CB8AC3E}">
        <p14:creationId xmlns:p14="http://schemas.microsoft.com/office/powerpoint/2010/main" val="30943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855B8-4CC0-4DC9-B1CA-AE3109F62CD2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8144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53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3</cp:revision>
  <dcterms:created xsi:type="dcterms:W3CDTF">2022-03-05T12:20:25Z</dcterms:created>
  <dcterms:modified xsi:type="dcterms:W3CDTF">2022-03-05T18:45:52Z</dcterms:modified>
</cp:coreProperties>
</file>