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F5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B38A-3E94-4946-89BC-4F74B1617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07CA7-AD5D-4415-8F75-F09FC3B18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81542-EFB0-46CC-80D6-6DAB8BE69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E0436-260F-4583-AE27-29FC0C61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183C6-E383-49CA-AFF3-33E77719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1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002F-3782-4C61-B342-A37EB2E88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D528-C440-4008-8480-68AD12508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04A49-712D-4979-9CF9-3674620F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1FFE7-A678-4AAD-ACA0-AD997C11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B8FB8-221B-4E43-AC39-633206B6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71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FA321-7649-4EFA-A643-DDE67417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09430-9104-466C-8FE0-2AFC2618C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BF933-8884-4F78-9F94-A0461246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8A02E-50C2-44D0-AC65-F10DDE8A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60E23-E6C9-4AD9-9013-78880514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2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3A8E-441D-4CAE-A02B-82F09847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8252A-9AEF-40B5-A89F-904C6BC5D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4DC13-FF40-41AE-8DB4-A29AF94C0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F2AF1-5936-4737-99FF-12AE80712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7A13A-7843-466F-828E-46406EF7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87E5F-6E80-4253-BF65-2733283E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82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3DC9-A3F2-45CF-9A63-321CE04C0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D00E0-073E-463F-A1D5-B732ED679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B98D7-46B2-46A0-86A7-8788163CA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654DFE-A08C-42F6-959D-49AFC8D53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EC1DB-0927-4BB4-A790-5CE40BBA3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563A35-6FC8-487D-83F5-99AA8375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248FE1-2667-475F-B0A9-BB4812A2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F1AA8-0868-4281-A23D-76B5EC8F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58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9E85-E91B-4177-81AA-60076C29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11AA8-3238-4D99-B178-D3B45A3E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B316C-BBDC-40A3-9296-3DB7BA67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1C141-ACDA-4A7E-8995-7E2C4ABD0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05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AF31E0-D773-494D-A2A4-02B71217D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C32CD3-D725-4412-8A57-93D741CB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51DB0-98C7-4100-BA2D-515B090A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1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BB2A5-9970-400C-B598-1EFEC9F5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19D9F-D027-4E17-A053-9931CBB2C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B8CA8-1F61-42BB-BFAB-9161F3134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23E54-B024-48DF-A16D-7DEDF1FFA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AB2A4-1045-41D8-9719-3F108884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9EAEA-F8BA-4A07-95B0-520AA2D9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5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BD9D6-449E-49A5-867C-6C2454A1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F6AF32-E8EB-4706-88A0-6900B061A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074187-613E-4906-B990-526D28781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6AA76-7456-44B9-BAC1-3AF97B04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06990-A9B9-4537-BCB4-41EAB8BD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D0B50-51E7-43C2-A2A1-FD6A8B0E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6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37A6-A1E6-4634-AFC9-27D1B429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C1DA4-E7F6-4212-9A81-C46F29423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C8D49-689A-4080-A67D-047E09F8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3FFFF-C195-48C7-991C-1E96DA81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15736-E9B4-4CC4-A3E7-020D6F76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4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86C288-9033-4A97-A68B-CCADE1EF7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9F2B8-212E-40A3-A36A-5BB6C15CC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45012-74D0-4746-AD16-A9FE4B37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CA143-DE65-47C8-942C-BA03B041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908EF-C453-4C0F-BBEE-633D96D9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0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F5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633E8-09C2-4F19-B235-78BF11B5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483C7-6589-4C3B-BB33-E4D3B93D8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2DC1F-BADB-4287-A418-58542D14C6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57BBE-10CE-4066-9207-E566DB2289AC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42280-D4DA-4CA3-8779-2A424F2AA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12333-8888-4C8C-B1CB-2E7FBC9C1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2CC41-9493-4E77-B705-1F689F8E3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7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F36445-2762-4DC8-8A86-AAE3E133436A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5EE619-F6F5-404C-8E23-820D759BD701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824A27-B5A1-4D4E-8FBB-5EABAB3D78F1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F12A58-EB54-410A-BB6B-A000A8B32213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355EF-273C-42D1-BFB7-01BB188D2875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Inserting External Pictures</a:t>
            </a:r>
          </a:p>
        </p:txBody>
      </p:sp>
    </p:spTree>
    <p:extLst>
      <p:ext uri="{BB962C8B-B14F-4D97-AF65-F5344CB8AC3E}">
        <p14:creationId xmlns:p14="http://schemas.microsoft.com/office/powerpoint/2010/main" val="3582826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43AA4E-9D87-49BF-92EB-97785BCEE7F1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275304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2</cp:revision>
  <dcterms:created xsi:type="dcterms:W3CDTF">2022-03-06T12:21:17Z</dcterms:created>
  <dcterms:modified xsi:type="dcterms:W3CDTF">2022-03-06T12:22:58Z</dcterms:modified>
</cp:coreProperties>
</file>