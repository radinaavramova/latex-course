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F6AA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B84C-4573-4EDD-AE30-4683D28E2F11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846E-A52D-4FAB-A93D-D9E108188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60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B84C-4573-4EDD-AE30-4683D28E2F11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846E-A52D-4FAB-A93D-D9E108188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89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B84C-4573-4EDD-AE30-4683D28E2F11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846E-A52D-4FAB-A93D-D9E108188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13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B84C-4573-4EDD-AE30-4683D28E2F11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846E-A52D-4FAB-A93D-D9E108188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8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B84C-4573-4EDD-AE30-4683D28E2F11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846E-A52D-4FAB-A93D-D9E108188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9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B84C-4573-4EDD-AE30-4683D28E2F11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846E-A52D-4FAB-A93D-D9E108188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81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B84C-4573-4EDD-AE30-4683D28E2F11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846E-A52D-4FAB-A93D-D9E108188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87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B84C-4573-4EDD-AE30-4683D28E2F11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846E-A52D-4FAB-A93D-D9E108188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676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B84C-4573-4EDD-AE30-4683D28E2F11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846E-A52D-4FAB-A93D-D9E108188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2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B84C-4573-4EDD-AE30-4683D28E2F11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846E-A52D-4FAB-A93D-D9E108188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5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B84C-4573-4EDD-AE30-4683D28E2F11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846E-A52D-4FAB-A93D-D9E108188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4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F6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BB84C-4573-4EDD-AE30-4683D28E2F11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9846E-A52D-4FAB-A93D-D9E108188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8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 Layout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64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726" y="0"/>
            <a:ext cx="9170125" cy="670124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32364" y="6635932"/>
            <a:ext cx="46373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Figure 5.1, </a:t>
            </a:r>
            <a:r>
              <a:rPr lang="en-US" sz="1100" dirty="0" err="1" smtClean="0"/>
              <a:t>LaTeX</a:t>
            </a:r>
            <a:r>
              <a:rPr lang="en-US" sz="1100" dirty="0" smtClean="0"/>
              <a:t>  in 24 hours, </a:t>
            </a:r>
            <a:r>
              <a:rPr lang="en-US" sz="1100" dirty="0" err="1" smtClean="0"/>
              <a:t>Datta</a:t>
            </a:r>
            <a:r>
              <a:rPr lang="en-US" sz="1100" dirty="0" smtClean="0"/>
              <a:t>, Springer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14278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7017" y="465313"/>
            <a:ext cx="6897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Adjusting Page Layout Commands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4926" y="2253343"/>
            <a:ext cx="6949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Explicit Definition: \command = value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1854926" y="3979817"/>
            <a:ext cx="7328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Set Length: \</a:t>
            </a:r>
            <a:r>
              <a:rPr lang="en-US" sz="3200" dirty="0" err="1" smtClean="0"/>
              <a:t>setlength</a:t>
            </a:r>
            <a:r>
              <a:rPr lang="en-US" sz="3200" dirty="0" smtClean="0"/>
              <a:t>{\command}{value}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4554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206" y="378823"/>
            <a:ext cx="6805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Page Enlarging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72492" y="1894115"/>
            <a:ext cx="63224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\</a:t>
            </a:r>
            <a:r>
              <a:rPr lang="en-US" sz="3200" dirty="0" err="1" smtClean="0"/>
              <a:t>enlargethispage</a:t>
            </a:r>
            <a:r>
              <a:rPr lang="en-US" sz="3200" dirty="0" smtClean="0"/>
              <a:t>{}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1972492" y="3347851"/>
            <a:ext cx="63224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\</a:t>
            </a:r>
            <a:r>
              <a:rPr lang="en-US" sz="3200" dirty="0" err="1" smtClean="0"/>
              <a:t>enlargethispage</a:t>
            </a:r>
            <a:r>
              <a:rPr lang="en-US" sz="3200" dirty="0" smtClean="0"/>
              <a:t>*{}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8534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4583" y="496389"/>
            <a:ext cx="710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Style: Header and Footer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95109" y="1523943"/>
            <a:ext cx="3579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\</a:t>
            </a:r>
            <a:r>
              <a:rPr lang="en-US" sz="2400" dirty="0" err="1" smtClean="0"/>
              <a:t>thispagestyle</a:t>
            </a:r>
            <a:r>
              <a:rPr lang="en-US" sz="2400" dirty="0" smtClean="0"/>
              <a:t>{}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915886" y="1523944"/>
            <a:ext cx="3579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\</a:t>
            </a:r>
            <a:r>
              <a:rPr lang="en-US" sz="2400" dirty="0" err="1" smtClean="0"/>
              <a:t>pagestyle</a:t>
            </a:r>
            <a:r>
              <a:rPr lang="en-US" sz="2400" dirty="0" smtClean="0"/>
              <a:t>{}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306285" y="2812758"/>
            <a:ext cx="7768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 empty: Empty header and footer, and no page numbering.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06285" y="3522619"/>
            <a:ext cx="9470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 plain: Empty header, but the footer contains the numbering at the center.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06285" y="4101572"/>
            <a:ext cx="9679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3) headings: Empty footer, but the header contains page numbering and title.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06284" y="4680525"/>
            <a:ext cx="9235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myheadings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Same as headings, but the title is user costumed.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06284" y="5259478"/>
            <a:ext cx="9235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5) fancy: User-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header and footer under the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fancyheadings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fancyhdr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Packages.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61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52651" y="2860765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84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146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18</cp:revision>
  <dcterms:created xsi:type="dcterms:W3CDTF">2021-05-06T10:14:23Z</dcterms:created>
  <dcterms:modified xsi:type="dcterms:W3CDTF">2021-05-08T15:01:07Z</dcterms:modified>
</cp:coreProperties>
</file>