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6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3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8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8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0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4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4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1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1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5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14A7A-0750-4B15-BF78-7ED07C648F5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718E1-ED24-47FB-ACD9-DACFFFAA0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4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946265" y="2008910"/>
            <a:ext cx="3307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53345" y="2352112"/>
            <a:ext cx="2341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ocumentation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46265" y="3332349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46265" y="3382164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62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Doc. Structure and First Document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25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0546" y="1105524"/>
            <a:ext cx="306185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Preamble.</a:t>
            </a:r>
          </a:p>
          <a:p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26727" y="1177636"/>
            <a:ext cx="4419600" cy="447501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28509" y="1508427"/>
            <a:ext cx="19534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\</a:t>
            </a:r>
            <a:r>
              <a:rPr lang="en-US" dirty="0" err="1" smtClean="0"/>
              <a:t>documentclass</a:t>
            </a:r>
            <a:r>
              <a:rPr lang="en-US" dirty="0" smtClean="0"/>
              <a:t>{}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\begin{document}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\end{document}</a:t>
            </a:r>
            <a:endParaRPr lang="en-US" dirty="0"/>
          </a:p>
        </p:txBody>
      </p:sp>
      <p:sp>
        <p:nvSpPr>
          <p:cNvPr id="7" name="Up-Down Arrow 6"/>
          <p:cNvSpPr/>
          <p:nvPr/>
        </p:nvSpPr>
        <p:spPr>
          <a:xfrm flipH="1" flipV="1">
            <a:off x="8596745" y="1570771"/>
            <a:ext cx="374073" cy="159327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-Down Arrow 7"/>
          <p:cNvSpPr/>
          <p:nvPr/>
        </p:nvSpPr>
        <p:spPr>
          <a:xfrm flipH="1" flipV="1">
            <a:off x="8596744" y="3164045"/>
            <a:ext cx="374073" cy="193442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70817" y="2182742"/>
            <a:ext cx="110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Preamble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953498" y="3960682"/>
            <a:ext cx="110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Body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00545" y="1967299"/>
            <a:ext cx="2105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Body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0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 animBg="1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7527" y="831273"/>
            <a:ext cx="853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Arguments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92927" y="1787236"/>
            <a:ext cx="7107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\</a:t>
            </a:r>
            <a:r>
              <a:rPr lang="en-US" sz="2000" dirty="0" err="1" smtClean="0">
                <a:solidFill>
                  <a:schemeClr val="bg1"/>
                </a:solidFill>
              </a:rPr>
              <a:t>documentclass</a:t>
            </a:r>
            <a:r>
              <a:rPr lang="en-US" sz="2000" dirty="0" smtClean="0">
                <a:solidFill>
                  <a:schemeClr val="bg1"/>
                </a:solidFill>
              </a:rPr>
              <a:t>[a4paper, 12pt]{article}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13709" y="2558534"/>
            <a:ext cx="63592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\begin{figure}[h]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\end{figure}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5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2836" y="775855"/>
            <a:ext cx="8049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Document Classes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34836" y="1828800"/>
            <a:ext cx="461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1) article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34836" y="2527802"/>
            <a:ext cx="461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2) book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34836" y="3226804"/>
            <a:ext cx="461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3) report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34836" y="3919806"/>
            <a:ext cx="461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dirty="0" smtClean="0">
                <a:solidFill>
                  <a:schemeClr val="bg1"/>
                </a:solidFill>
              </a:rPr>
              <a:t>) letter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8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2110" y="77585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Sectional Units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8582" y="1717964"/>
            <a:ext cx="581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part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8580" y="2754170"/>
            <a:ext cx="581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chapter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581" y="3790376"/>
            <a:ext cx="581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section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8580" y="4826582"/>
            <a:ext cx="581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paragraph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1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97382" y="3047999"/>
            <a:ext cx="78001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4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7</cp:revision>
  <dcterms:created xsi:type="dcterms:W3CDTF">2021-04-04T10:19:25Z</dcterms:created>
  <dcterms:modified xsi:type="dcterms:W3CDTF">2021-04-04T20:09:15Z</dcterms:modified>
</cp:coreProperties>
</file>