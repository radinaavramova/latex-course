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64" r:id="rId5"/>
    <p:sldId id="261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90E0"/>
    <a:srgbClr val="AB62D4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D076C-1FB1-221F-4C63-A8E33EF0F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580F6-D638-2738-5158-69D528748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34242-F688-A4B0-4397-ADBF18CB1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4801-E298-44D2-8EF4-F6D990AC090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EAC36-2AE1-3196-5D39-46A8DCCDC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35D78-F5F2-0CD8-55B4-6A51B8662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6D1B-56F4-457C-B8D3-2DC041C42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3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8CC8-6794-E2EF-C5FE-52C1CE69A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2CDDA-2E9D-4C9A-51C9-63B0D516E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D07E1-BF85-3638-32A8-78C2FA036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4801-E298-44D2-8EF4-F6D990AC090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3454C-009F-5C30-C22A-EA440378F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2BC27-64A5-3D16-7FDE-94A6D9B5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6D1B-56F4-457C-B8D3-2DC041C42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7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D4ABA-21F3-524A-ACD2-36521A45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26846-69A4-6758-C6E4-B48524F6D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B8E5A-BFC4-979B-6759-6CBF3C718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4801-E298-44D2-8EF4-F6D990AC090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C1BF3-0B1A-A2C5-AA81-D8D980B2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B6477-78C3-184F-98DE-A357B6FDC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6D1B-56F4-457C-B8D3-2DC041C42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060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31286-EDC6-A246-1909-0ACAACCF5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01292-2EF9-CC75-5EC9-9131AD25B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54174-80A6-8A05-3F60-47C7796AB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357B4-9975-3255-9F20-ED977811E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4801-E298-44D2-8EF4-F6D990AC090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C0EC2-C584-9A36-8D00-294009B55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C2B8F-2C86-4641-0F1B-2D0FD2FB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6D1B-56F4-457C-B8D3-2DC041C42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1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BB006-1729-F414-4309-019A2BAE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E64B2-4D4E-0934-2A28-7F2A35F54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80F43-BA97-0814-F36E-FC5CA6F7E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105FF-80BA-D69D-F310-3D790C310C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93B472-E567-6365-892B-BDFFC9F357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4E736F-66B3-E021-32B4-DE9FCF470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4801-E298-44D2-8EF4-F6D990AC090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EBB62-A1E6-EF62-3928-BCDCC8E7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BD4897-020C-B6AA-785C-D1D8E67E6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6D1B-56F4-457C-B8D3-2DC041C42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65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EDC9D-16CB-9140-9E5D-089CE591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2C24E6-2FFE-5B2D-79AD-16F8BFB57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4801-E298-44D2-8EF4-F6D990AC090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49FD1-A91F-222A-88BF-65F8E2508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17DEF-B7D8-3D9E-4BB2-F3DB6BAA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6D1B-56F4-457C-B8D3-2DC041C42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0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7C8A64-FC95-08DA-FC69-9E6B5DAA6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4801-E298-44D2-8EF4-F6D990AC090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C568D3-2C5A-2AFD-706E-F1E43A821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DA9E1-9D28-DBC8-F9FF-41A2F5EF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6D1B-56F4-457C-B8D3-2DC041C42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7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8558F-CFE6-891A-2F09-723F9D4A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D81C2-5B2C-3226-7DC0-9F8EFF59B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47439-5959-CF56-3E01-B595E5232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FAA0C-EADD-9BA7-3201-D4C8095D2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4801-E298-44D2-8EF4-F6D990AC090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2BE67-70F3-E670-AE01-E7106DE23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D591A-9BC8-2132-6C3D-BBDD7813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6D1B-56F4-457C-B8D3-2DC041C42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33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3F8-09D3-10C1-FF29-ABA0140F0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6AAAF2-4A82-A639-171B-2952C2857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4128D6-F3DA-9584-4A79-710FF2872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F9A8B-D7E6-BFF5-7996-34926CB79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4801-E298-44D2-8EF4-F6D990AC090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943D1-522A-77E6-E09C-CFB7AD7D3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DCAE1-3A18-E1D2-BC65-665EA66E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6D1B-56F4-457C-B8D3-2DC041C42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2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59353-7100-FF5D-E286-2C381D4C2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CE5AA-F987-ADFF-E16F-7E2AE558F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D4627-8F6C-E37B-6D0F-18320645B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4801-E298-44D2-8EF4-F6D990AC090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788EA-CFEE-FA5C-0645-16E828160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13A53-C99D-739C-32FF-17C95529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6D1B-56F4-457C-B8D3-2DC041C42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8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9D4DBE-46B2-CDE3-E3AC-729F509FA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930324-A7F5-52BE-9F8E-DE998E6FE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F6142-8C56-B990-4146-76B47CF36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4801-E298-44D2-8EF4-F6D990AC090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6368F-03F9-0B91-78BE-D21862A62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F6B0F-E6FD-7155-3464-8B9C9C6B8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6D1B-56F4-457C-B8D3-2DC041C42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73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9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1564AD-D23D-E4F8-7773-3ADE5330A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270A9-1CAF-25D6-1C2D-252339BF1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81199-B473-46DD-FA04-3FF4FEF07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64801-E298-44D2-8EF4-F6D990AC090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37546-F1BF-A054-673E-693090D34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970B6-2746-DA5D-7494-75EAD33F9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B6D1B-56F4-457C-B8D3-2DC041C42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91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AE1D4B-82B4-8646-6152-66439AB7D846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8EAF19-EA6E-9720-14AC-2024ED8E83F8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9E8D82-7776-7BAF-CFDF-D3F51A14BFBB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AE7954-5119-48BD-AB4F-B2D579A3C490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15B74A-A237-F73E-F0A1-C57B1E9053B0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Bibliographies </a:t>
            </a:r>
          </a:p>
        </p:txBody>
      </p:sp>
    </p:spTree>
    <p:extLst>
      <p:ext uri="{BB962C8B-B14F-4D97-AF65-F5344CB8AC3E}">
        <p14:creationId xmlns:p14="http://schemas.microsoft.com/office/powerpoint/2010/main" val="2744236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02781E-5EA3-A250-EEEB-D54DA2014718}"/>
              </a:ext>
            </a:extLst>
          </p:cNvPr>
          <p:cNvSpPr/>
          <p:nvPr/>
        </p:nvSpPr>
        <p:spPr>
          <a:xfrm>
            <a:off x="506437" y="253220"/>
            <a:ext cx="3756074" cy="64711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bibunits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5565D2-EC86-1095-C161-FA68473E6079}"/>
              </a:ext>
            </a:extLst>
          </p:cNvPr>
          <p:cNvSpPr/>
          <p:nvPr/>
        </p:nvSpPr>
        <p:spPr>
          <a:xfrm>
            <a:off x="3488787" y="1195755"/>
            <a:ext cx="4881489" cy="53879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00736AA-23B9-7F2C-99CC-70B96848CB72}"/>
              </a:ext>
            </a:extLst>
          </p:cNvPr>
          <p:cNvSpPr/>
          <p:nvPr/>
        </p:nvSpPr>
        <p:spPr>
          <a:xfrm>
            <a:off x="3910818" y="1463040"/>
            <a:ext cx="4023360" cy="2236763"/>
          </a:xfrm>
          <a:prstGeom prst="roundRect">
            <a:avLst/>
          </a:prstGeom>
          <a:ln w="57150">
            <a:solidFill>
              <a:srgbClr val="AB62D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4CF344-2712-C5CE-AE88-E4928620909C}"/>
              </a:ext>
            </a:extLst>
          </p:cNvPr>
          <p:cNvSpPr/>
          <p:nvPr/>
        </p:nvSpPr>
        <p:spPr>
          <a:xfrm>
            <a:off x="3910818" y="4091354"/>
            <a:ext cx="4023360" cy="2236763"/>
          </a:xfrm>
          <a:prstGeom prst="roundRect">
            <a:avLst/>
          </a:prstGeom>
          <a:ln w="57150">
            <a:solidFill>
              <a:srgbClr val="AB62D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5A73FC1-09A2-875E-21B0-77696EA5826B}"/>
              </a:ext>
            </a:extLst>
          </p:cNvPr>
          <p:cNvGrpSpPr/>
          <p:nvPr/>
        </p:nvGrpSpPr>
        <p:grpSpPr>
          <a:xfrm>
            <a:off x="4269544" y="2791433"/>
            <a:ext cx="3312941" cy="3464673"/>
            <a:chOff x="2201594" y="2833636"/>
            <a:chExt cx="3312941" cy="346467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1D7FD65-2B90-BB47-5B0A-A16A1C99FBB2}"/>
                </a:ext>
              </a:extLst>
            </p:cNvPr>
            <p:cNvSpPr txBox="1"/>
            <p:nvPr/>
          </p:nvSpPr>
          <p:spPr>
            <a:xfrm>
              <a:off x="2201594" y="2833636"/>
              <a:ext cx="33059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References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………..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A525BE2-D572-78DF-6F02-59993FBE4167}"/>
                </a:ext>
              </a:extLst>
            </p:cNvPr>
            <p:cNvSpPr txBox="1"/>
            <p:nvPr/>
          </p:nvSpPr>
          <p:spPr>
            <a:xfrm>
              <a:off x="2208627" y="5467312"/>
              <a:ext cx="33059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References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………..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43B7FBB-7452-8719-8E6A-32215D21D8AD}"/>
              </a:ext>
            </a:extLst>
          </p:cNvPr>
          <p:cNvGrpSpPr/>
          <p:nvPr/>
        </p:nvGrpSpPr>
        <p:grpSpPr>
          <a:xfrm>
            <a:off x="372794" y="2372917"/>
            <a:ext cx="2757267" cy="3033601"/>
            <a:chOff x="372794" y="2372917"/>
            <a:chExt cx="2757267" cy="303360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F31F320-A21C-7144-5117-251338A0FB11}"/>
                </a:ext>
              </a:extLst>
            </p:cNvPr>
            <p:cNvSpPr/>
            <p:nvPr/>
          </p:nvSpPr>
          <p:spPr>
            <a:xfrm>
              <a:off x="372794" y="2372917"/>
              <a:ext cx="2532185" cy="303360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62FEC4E-E4A6-0BEC-AC6B-F39092ADFBBC}"/>
                </a:ext>
              </a:extLst>
            </p:cNvPr>
            <p:cNvSpPr/>
            <p:nvPr/>
          </p:nvSpPr>
          <p:spPr>
            <a:xfrm>
              <a:off x="1153550" y="2372917"/>
              <a:ext cx="1033975" cy="4466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.bib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17D2CEC-E513-7C46-9A89-1A3BB81105FF}"/>
                </a:ext>
              </a:extLst>
            </p:cNvPr>
            <p:cNvSpPr txBox="1"/>
            <p:nvPr/>
          </p:nvSpPr>
          <p:spPr>
            <a:xfrm>
              <a:off x="907366" y="3351108"/>
              <a:ext cx="222269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Shared Database</a:t>
              </a:r>
            </a:p>
          </p:txBody>
        </p:sp>
      </p:grp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3EDDEBDF-C4D0-2088-EEAE-ED19C3100992}"/>
              </a:ext>
            </a:extLst>
          </p:cNvPr>
          <p:cNvCxnSpPr/>
          <p:nvPr/>
        </p:nvCxnSpPr>
        <p:spPr>
          <a:xfrm flipV="1">
            <a:off x="2904979" y="3010486"/>
            <a:ext cx="1005839" cy="879231"/>
          </a:xfrm>
          <a:prstGeom prst="curved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7016661E-3259-D7D0-7004-020E44D8DD7C}"/>
              </a:ext>
            </a:extLst>
          </p:cNvPr>
          <p:cNvCxnSpPr>
            <a:cxnSpLocks/>
          </p:cNvCxnSpPr>
          <p:nvPr/>
        </p:nvCxnSpPr>
        <p:spPr>
          <a:xfrm>
            <a:off x="2904979" y="3901440"/>
            <a:ext cx="1037491" cy="881819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BE1800E-A399-B267-B5F1-DAAF6D981FC5}"/>
              </a:ext>
            </a:extLst>
          </p:cNvPr>
          <p:cNvGrpSpPr/>
          <p:nvPr/>
        </p:nvGrpSpPr>
        <p:grpSpPr>
          <a:xfrm>
            <a:off x="6471138" y="1536115"/>
            <a:ext cx="5122986" cy="2120252"/>
            <a:chOff x="6471138" y="1536115"/>
            <a:chExt cx="5122986" cy="212025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9458E87-7977-E2AF-D4B9-565C1FF7491B}"/>
                </a:ext>
              </a:extLst>
            </p:cNvPr>
            <p:cNvGrpSpPr/>
            <p:nvPr/>
          </p:nvGrpSpPr>
          <p:grpSpPr>
            <a:xfrm>
              <a:off x="9061939" y="1536115"/>
              <a:ext cx="2532185" cy="2120252"/>
              <a:chOff x="372794" y="2372917"/>
              <a:chExt cx="2532185" cy="3033601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FB93C16D-552C-A9A0-7369-B0E0C0AA48A8}"/>
                  </a:ext>
                </a:extLst>
              </p:cNvPr>
              <p:cNvSpPr/>
              <p:nvPr/>
            </p:nvSpPr>
            <p:spPr>
              <a:xfrm>
                <a:off x="372794" y="2372917"/>
                <a:ext cx="2532185" cy="3033601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C3AEE93-EBAE-6936-F396-1717A1C67030}"/>
                  </a:ext>
                </a:extLst>
              </p:cNvPr>
              <p:cNvSpPr/>
              <p:nvPr/>
            </p:nvSpPr>
            <p:spPr>
              <a:xfrm>
                <a:off x="1153550" y="2372917"/>
                <a:ext cx="1033975" cy="44664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.bib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51AE06F-A301-BCDA-627F-0807997318B8}"/>
                  </a:ext>
                </a:extLst>
              </p:cNvPr>
              <p:cNvSpPr txBox="1"/>
              <p:nvPr/>
            </p:nvSpPr>
            <p:spPr>
              <a:xfrm>
                <a:off x="682284" y="3489174"/>
                <a:ext cx="2222695" cy="836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Database 1</a:t>
                </a:r>
              </a:p>
            </p:txBody>
          </p: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A564B32-C95F-87D7-71FA-3B3BD4C009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71138" y="3038117"/>
              <a:ext cx="2590801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450B2EB-22B7-C09B-57F7-991B39956B87}"/>
              </a:ext>
            </a:extLst>
          </p:cNvPr>
          <p:cNvGrpSpPr/>
          <p:nvPr/>
        </p:nvGrpSpPr>
        <p:grpSpPr>
          <a:xfrm>
            <a:off x="6471138" y="4156955"/>
            <a:ext cx="5122986" cy="2120252"/>
            <a:chOff x="6471138" y="4156955"/>
            <a:chExt cx="5122986" cy="2120252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A23709B-C179-9333-000F-4F97F0F87998}"/>
                </a:ext>
              </a:extLst>
            </p:cNvPr>
            <p:cNvGrpSpPr/>
            <p:nvPr/>
          </p:nvGrpSpPr>
          <p:grpSpPr>
            <a:xfrm>
              <a:off x="6471138" y="4156955"/>
              <a:ext cx="5122986" cy="2120252"/>
              <a:chOff x="6471138" y="4156955"/>
              <a:chExt cx="5122986" cy="2120252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1E07F476-2644-597C-F704-E336EA2C1D75}"/>
                  </a:ext>
                </a:extLst>
              </p:cNvPr>
              <p:cNvGrpSpPr/>
              <p:nvPr/>
            </p:nvGrpSpPr>
            <p:grpSpPr>
              <a:xfrm>
                <a:off x="9061939" y="4156955"/>
                <a:ext cx="2532185" cy="2120252"/>
                <a:chOff x="372794" y="2372917"/>
                <a:chExt cx="2532185" cy="3033601"/>
              </a:xfrm>
            </p:grpSpPr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8F45CB29-EFF6-C81C-10CB-0C045391FA9C}"/>
                    </a:ext>
                  </a:extLst>
                </p:cNvPr>
                <p:cNvSpPr/>
                <p:nvPr/>
              </p:nvSpPr>
              <p:spPr>
                <a:xfrm>
                  <a:off x="372794" y="2372917"/>
                  <a:ext cx="2532185" cy="3033601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34845541-2DC7-AAD6-9F02-0E5B68C16F29}"/>
                    </a:ext>
                  </a:extLst>
                </p:cNvPr>
                <p:cNvSpPr/>
                <p:nvPr/>
              </p:nvSpPr>
              <p:spPr>
                <a:xfrm>
                  <a:off x="1153550" y="2372917"/>
                  <a:ext cx="1033975" cy="44664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/>
                    <a:t>.bib</a:t>
                  </a:r>
                </a:p>
              </p:txBody>
            </p:sp>
          </p:grp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3D964EF4-2B07-DAD7-EE18-D9D011300C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71138" y="5680500"/>
                <a:ext cx="2590801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F3EAEE8-16D8-428A-E83F-6349A3588F5A}"/>
                </a:ext>
              </a:extLst>
            </p:cNvPr>
            <p:cNvSpPr txBox="1"/>
            <p:nvPr/>
          </p:nvSpPr>
          <p:spPr>
            <a:xfrm>
              <a:off x="9371429" y="4917347"/>
              <a:ext cx="22226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Database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082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71C153-A6C4-4410-B905-F0309150A613}"/>
              </a:ext>
            </a:extLst>
          </p:cNvPr>
          <p:cNvSpPr/>
          <p:nvPr/>
        </p:nvSpPr>
        <p:spPr>
          <a:xfrm>
            <a:off x="506437" y="253220"/>
            <a:ext cx="5589564" cy="64711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Method: </a:t>
            </a:r>
            <a:r>
              <a:rPr lang="en-US" sz="2800" dirty="0">
                <a:solidFill>
                  <a:srgbClr val="9F0003"/>
                </a:solidFill>
              </a:rPr>
              <a:t>\</a:t>
            </a:r>
            <a:r>
              <a:rPr lang="en-US" sz="2800" dirty="0" err="1">
                <a:solidFill>
                  <a:srgbClr val="9F0003"/>
                </a:solidFill>
              </a:rPr>
              <a:t>bibliographyunit</a:t>
            </a:r>
            <a:endParaRPr lang="en-US" sz="2800" dirty="0">
              <a:solidFill>
                <a:srgbClr val="9F000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A9404C-13B3-2D68-3AB6-89AF0534F370}"/>
              </a:ext>
            </a:extLst>
          </p:cNvPr>
          <p:cNvSpPr/>
          <p:nvPr/>
        </p:nvSpPr>
        <p:spPr>
          <a:xfrm>
            <a:off x="3348111" y="1125415"/>
            <a:ext cx="5514535" cy="557080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5D63DA4-8360-3A69-63E2-1B73F21956E5}"/>
              </a:ext>
            </a:extLst>
          </p:cNvPr>
          <p:cNvGrpSpPr/>
          <p:nvPr/>
        </p:nvGrpSpPr>
        <p:grpSpPr>
          <a:xfrm>
            <a:off x="3699802" y="1579154"/>
            <a:ext cx="5514535" cy="534572"/>
            <a:chOff x="3699802" y="1579154"/>
            <a:chExt cx="5514535" cy="53457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49BEDEC-5C75-AFD6-356E-AE1BF7BC1543}"/>
                </a:ext>
              </a:extLst>
            </p:cNvPr>
            <p:cNvSpPr txBox="1"/>
            <p:nvPr/>
          </p:nvSpPr>
          <p:spPr>
            <a:xfrm>
              <a:off x="4304712" y="1579154"/>
              <a:ext cx="49096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800" dirty="0" err="1">
                  <a:solidFill>
                    <a:srgbClr val="9F0003"/>
                  </a:solidFill>
                  <a:effectLst/>
                </a:rPr>
                <a:t>usepackage</a:t>
              </a:r>
              <a:r>
                <a:rPr lang="en-US" sz="2800" dirty="0">
                  <a:solidFill>
                    <a:srgbClr val="000000"/>
                  </a:solidFill>
                  <a:effectLst/>
                </a:rPr>
                <a:t>[</a:t>
              </a:r>
              <a:r>
                <a:rPr lang="en-US" sz="2800" i="1" dirty="0">
                  <a:solidFill>
                    <a:srgbClr val="000000"/>
                  </a:solidFill>
                  <a:effectLst/>
                </a:rPr>
                <a:t>opt</a:t>
              </a:r>
              <a:r>
                <a:rPr lang="en-US" sz="2800" dirty="0">
                  <a:solidFill>
                    <a:srgbClr val="000000"/>
                  </a:solidFill>
                  <a:effectLst/>
                </a:rPr>
                <a:t>]{</a:t>
              </a:r>
              <a:r>
                <a:rPr lang="en-US" sz="2800" dirty="0" err="1">
                  <a:solidFill>
                    <a:srgbClr val="000000"/>
                  </a:solidFill>
                  <a:effectLst/>
                </a:rPr>
                <a:t>bibunits</a:t>
              </a:r>
              <a:r>
                <a:rPr lang="en-US" sz="2800" dirty="0">
                  <a:solidFill>
                    <a:srgbClr val="000000"/>
                  </a:solidFill>
                  <a:effectLst/>
                </a:rPr>
                <a:t>}</a:t>
              </a:r>
              <a:endParaRPr lang="en-US" sz="280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3E5A3A4-DA68-C78F-5E67-24EA3190A831}"/>
                </a:ext>
              </a:extLst>
            </p:cNvPr>
            <p:cNvSpPr/>
            <p:nvPr/>
          </p:nvSpPr>
          <p:spPr>
            <a:xfrm>
              <a:off x="3699802" y="1579154"/>
              <a:ext cx="506437" cy="534572"/>
            </a:xfrm>
            <a:prstGeom prst="ellipse">
              <a:avLst/>
            </a:prstGeom>
            <a:solidFill>
              <a:srgbClr val="AB62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0BE5236-20F3-EA5F-8F30-A8E5414979C0}"/>
              </a:ext>
            </a:extLst>
          </p:cNvPr>
          <p:cNvGrpSpPr/>
          <p:nvPr/>
        </p:nvGrpSpPr>
        <p:grpSpPr>
          <a:xfrm>
            <a:off x="3699802" y="3376246"/>
            <a:ext cx="4536831" cy="534572"/>
            <a:chOff x="3699802" y="3376246"/>
            <a:chExt cx="4536831" cy="53457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A1ECF9-201D-5C5E-DD7F-109E249E7E47}"/>
                </a:ext>
              </a:extLst>
            </p:cNvPr>
            <p:cNvSpPr txBox="1"/>
            <p:nvPr/>
          </p:nvSpPr>
          <p:spPr>
            <a:xfrm>
              <a:off x="4410221" y="3412699"/>
              <a:ext cx="3826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bibliographyunit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[&lt;</a:t>
              </a:r>
              <a:r>
                <a:rPr lang="en-US" sz="2400" dirty="0">
                  <a:effectLst/>
                </a:rPr>
                <a:t>unit&gt;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]</a:t>
              </a:r>
              <a:endParaRPr lang="en-US" sz="240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4210563-2CC1-48F7-5C70-C1260F31EB7C}"/>
                </a:ext>
              </a:extLst>
            </p:cNvPr>
            <p:cNvSpPr/>
            <p:nvPr/>
          </p:nvSpPr>
          <p:spPr>
            <a:xfrm>
              <a:off x="3699802" y="3376246"/>
              <a:ext cx="506437" cy="534572"/>
            </a:xfrm>
            <a:prstGeom prst="ellipse">
              <a:avLst/>
            </a:prstGeom>
            <a:solidFill>
              <a:srgbClr val="AB62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2</a:t>
              </a:r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6218825-A012-9BD8-CF2C-EAB08B87A19C}"/>
              </a:ext>
            </a:extLst>
          </p:cNvPr>
          <p:cNvSpPr/>
          <p:nvPr/>
        </p:nvSpPr>
        <p:spPr>
          <a:xfrm>
            <a:off x="4378569" y="2556113"/>
            <a:ext cx="3355145" cy="461665"/>
          </a:xfrm>
          <a:prstGeom prst="roundRect">
            <a:avLst/>
          </a:prstGeom>
          <a:solidFill>
            <a:srgbClr val="C390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Begin Document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B38C50-C5C5-8CA5-77A4-543311996308}"/>
              </a:ext>
            </a:extLst>
          </p:cNvPr>
          <p:cNvGrpSpPr/>
          <p:nvPr/>
        </p:nvGrpSpPr>
        <p:grpSpPr>
          <a:xfrm>
            <a:off x="3699801" y="4501662"/>
            <a:ext cx="4145285" cy="1975445"/>
            <a:chOff x="3699801" y="4501662"/>
            <a:chExt cx="4145285" cy="197544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6D62150-8F0C-C237-CBBB-B8CED337F9B2}"/>
                </a:ext>
              </a:extLst>
            </p:cNvPr>
            <p:cNvSpPr/>
            <p:nvPr/>
          </p:nvSpPr>
          <p:spPr>
            <a:xfrm>
              <a:off x="3699801" y="4501662"/>
              <a:ext cx="506437" cy="534572"/>
            </a:xfrm>
            <a:prstGeom prst="ellipse">
              <a:avLst/>
            </a:prstGeom>
            <a:solidFill>
              <a:srgbClr val="AB62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EC5E1E9-12E2-A580-55BC-275F4527481B}"/>
                </a:ext>
              </a:extLst>
            </p:cNvPr>
            <p:cNvSpPr txBox="1"/>
            <p:nvPr/>
          </p:nvSpPr>
          <p:spPr>
            <a:xfrm>
              <a:off x="4410221" y="4538115"/>
              <a:ext cx="343486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\chapter</a:t>
              </a:r>
              <a:r>
                <a:rPr lang="en-US" sz="2400" dirty="0"/>
                <a:t>, or </a:t>
              </a:r>
              <a:r>
                <a:rPr lang="en-US" sz="2400" dirty="0">
                  <a:solidFill>
                    <a:schemeClr val="accent1"/>
                  </a:solidFill>
                </a:rPr>
                <a:t>\section</a:t>
              </a:r>
            </a:p>
            <a:p>
              <a:endParaRPr lang="en-US" sz="2400" dirty="0">
                <a:solidFill>
                  <a:schemeClr val="accent1"/>
                </a:solidFill>
              </a:endParaRPr>
            </a:p>
            <a:p>
              <a:r>
                <a:rPr lang="en-US" sz="2400" dirty="0"/>
                <a:t>Content with Citations</a:t>
              </a:r>
            </a:p>
            <a:p>
              <a:endParaRPr lang="en-US" sz="2400" dirty="0"/>
            </a:p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putbib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[</a:t>
              </a:r>
              <a:r>
                <a:rPr lang="en-US" sz="2400" i="1" dirty="0" err="1">
                  <a:solidFill>
                    <a:srgbClr val="9F0003"/>
                  </a:solidFill>
                  <a:effectLst/>
                </a:rPr>
                <a:t>bibfile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]</a:t>
              </a:r>
              <a:endParaRPr lang="en-US" sz="24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47F2312-E0B9-AB3A-2E68-61E2BEA8DFAE}"/>
              </a:ext>
            </a:extLst>
          </p:cNvPr>
          <p:cNvGrpSpPr/>
          <p:nvPr/>
        </p:nvGrpSpPr>
        <p:grpSpPr>
          <a:xfrm>
            <a:off x="7357403" y="356623"/>
            <a:ext cx="1856934" cy="1167618"/>
            <a:chOff x="7357403" y="356623"/>
            <a:chExt cx="1856934" cy="1167618"/>
          </a:xfrm>
        </p:grpSpPr>
        <p:sp>
          <p:nvSpPr>
            <p:cNvPr id="8" name="Callout: Bent Line 7">
              <a:extLst>
                <a:ext uri="{FF2B5EF4-FFF2-40B4-BE49-F238E27FC236}">
                  <a16:creationId xmlns:a16="http://schemas.microsoft.com/office/drawing/2014/main" id="{BD3BAB86-BDFF-27B1-6C47-849AA317D88C}"/>
                </a:ext>
              </a:extLst>
            </p:cNvPr>
            <p:cNvSpPr/>
            <p:nvPr/>
          </p:nvSpPr>
          <p:spPr>
            <a:xfrm>
              <a:off x="7357403" y="356623"/>
              <a:ext cx="1758461" cy="1167618"/>
            </a:xfrm>
            <a:prstGeom prst="borderCallout2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0A41A04-AE74-F625-FD1B-325599DA6BF1}"/>
                </a:ext>
              </a:extLst>
            </p:cNvPr>
            <p:cNvSpPr txBox="1"/>
            <p:nvPr/>
          </p:nvSpPr>
          <p:spPr>
            <a:xfrm>
              <a:off x="7455877" y="539393"/>
              <a:ext cx="17584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>
                  <a:solidFill>
                    <a:srgbClr val="000000"/>
                  </a:solidFill>
                </a:rPr>
                <a:t>s</a:t>
              </a:r>
              <a:r>
                <a:rPr lang="en-US" sz="2000" dirty="0" err="1">
                  <a:solidFill>
                    <a:srgbClr val="000000"/>
                  </a:solidFill>
                  <a:effectLst/>
                </a:rPr>
                <a:t>ectionbib</a:t>
              </a:r>
              <a:endParaRPr lang="en-US" sz="2000" dirty="0">
                <a:solidFill>
                  <a:srgbClr val="000000"/>
                </a:solidFill>
                <a:effectLst/>
              </a:endParaRPr>
            </a:p>
            <a:p>
              <a:r>
                <a:rPr lang="en-US" sz="2000" dirty="0" err="1"/>
                <a:t>subsectionbib</a:t>
              </a:r>
              <a:endParaRPr lang="en-US" sz="20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BBC6B3-0BF6-A137-829F-EC92CE89A9E7}"/>
              </a:ext>
            </a:extLst>
          </p:cNvPr>
          <p:cNvGrpSpPr/>
          <p:nvPr/>
        </p:nvGrpSpPr>
        <p:grpSpPr>
          <a:xfrm>
            <a:off x="7676564" y="2699149"/>
            <a:ext cx="3833446" cy="1087419"/>
            <a:chOff x="7676564" y="2699149"/>
            <a:chExt cx="3833446" cy="1087419"/>
          </a:xfrm>
        </p:grpSpPr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419D464E-4D4D-C536-91CE-AF7E37DF5A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6564" y="3242859"/>
              <a:ext cx="1650315" cy="393895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1DD13C-3E0A-940A-C48E-D6BD081CF973}"/>
                </a:ext>
              </a:extLst>
            </p:cNvPr>
            <p:cNvSpPr/>
            <p:nvPr/>
          </p:nvSpPr>
          <p:spPr>
            <a:xfrm>
              <a:off x="9333913" y="2699149"/>
              <a:ext cx="2169063" cy="1087419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F9F8843-8750-D94C-9DBC-12DC3F1FE6DB}"/>
                </a:ext>
              </a:extLst>
            </p:cNvPr>
            <p:cNvSpPr txBox="1"/>
            <p:nvPr/>
          </p:nvSpPr>
          <p:spPr>
            <a:xfrm>
              <a:off x="9656592" y="2765804"/>
              <a:ext cx="185341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9F0003"/>
                  </a:solidFill>
                  <a:effectLst/>
                </a:rPr>
                <a:t>\chapter</a:t>
              </a:r>
            </a:p>
            <a:p>
              <a:r>
                <a:rPr lang="en-US" sz="2800" dirty="0">
                  <a:solidFill>
                    <a:srgbClr val="9F0003"/>
                  </a:solidFill>
                </a:rPr>
                <a:t>\section</a:t>
              </a:r>
              <a:endParaRPr lang="en-US" sz="28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B1C8AFE-CCC5-B116-F67E-E9BA64A0A0AF}"/>
              </a:ext>
            </a:extLst>
          </p:cNvPr>
          <p:cNvGrpSpPr/>
          <p:nvPr/>
        </p:nvGrpSpPr>
        <p:grpSpPr>
          <a:xfrm>
            <a:off x="5978769" y="5534852"/>
            <a:ext cx="5524207" cy="616411"/>
            <a:chOff x="5978769" y="5534852"/>
            <a:chExt cx="5524207" cy="616411"/>
          </a:xfrm>
        </p:grpSpPr>
        <p:sp>
          <p:nvSpPr>
            <p:cNvPr id="28" name="Arrow: Bent 27">
              <a:extLst>
                <a:ext uri="{FF2B5EF4-FFF2-40B4-BE49-F238E27FC236}">
                  <a16:creationId xmlns:a16="http://schemas.microsoft.com/office/drawing/2014/main" id="{17A5DF03-7F9E-6D77-F830-2009EFB139D6}"/>
                </a:ext>
              </a:extLst>
            </p:cNvPr>
            <p:cNvSpPr/>
            <p:nvPr/>
          </p:nvSpPr>
          <p:spPr>
            <a:xfrm>
              <a:off x="5978769" y="5782147"/>
              <a:ext cx="3677823" cy="281027"/>
            </a:xfrm>
            <a:prstGeom prst="bentArrow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280A833-555C-207D-32F2-941230943AD9}"/>
                </a:ext>
              </a:extLst>
            </p:cNvPr>
            <p:cNvSpPr/>
            <p:nvPr/>
          </p:nvSpPr>
          <p:spPr>
            <a:xfrm>
              <a:off x="9649558" y="5534852"/>
              <a:ext cx="1853418" cy="616411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\</a:t>
              </a:r>
              <a:r>
                <a:rPr lang="en-US" sz="2000" dirty="0" err="1"/>
                <a:t>putbib</a:t>
              </a:r>
              <a:r>
                <a:rPr lang="en-US" sz="2000" dirty="0"/>
                <a:t>[chap1]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925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9DCBED-CC6B-15A6-E6F5-73CFF8993A93}"/>
              </a:ext>
            </a:extLst>
          </p:cNvPr>
          <p:cNvSpPr/>
          <p:nvPr/>
        </p:nvSpPr>
        <p:spPr>
          <a:xfrm>
            <a:off x="407965" y="274320"/>
            <a:ext cx="3038621" cy="64711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Compiling Options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3397C2-4035-AFDA-79C9-C9D3D02DE6CE}"/>
              </a:ext>
            </a:extLst>
          </p:cNvPr>
          <p:cNvSpPr/>
          <p:nvPr/>
        </p:nvSpPr>
        <p:spPr>
          <a:xfrm>
            <a:off x="1420838" y="1786597"/>
            <a:ext cx="4049152" cy="48955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9E4E8D-59DA-19B9-D190-D319711855DA}"/>
              </a:ext>
            </a:extLst>
          </p:cNvPr>
          <p:cNvSpPr/>
          <p:nvPr/>
        </p:nvSpPr>
        <p:spPr>
          <a:xfrm>
            <a:off x="6722013" y="1786597"/>
            <a:ext cx="3826413" cy="489555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DF41FA-2BD1-3F04-0F06-37A078BB6600}"/>
              </a:ext>
            </a:extLst>
          </p:cNvPr>
          <p:cNvSpPr/>
          <p:nvPr/>
        </p:nvSpPr>
        <p:spPr>
          <a:xfrm>
            <a:off x="4825218" y="590843"/>
            <a:ext cx="6639951" cy="647114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package generates </a:t>
            </a:r>
            <a:r>
              <a:rPr lang="en-US" sz="2400" dirty="0" err="1">
                <a:solidFill>
                  <a:schemeClr val="accent1"/>
                </a:solidFill>
                <a:cs typeface="Times New Roman" panose="02020603050405020304" pitchFamily="18" charset="0"/>
              </a:rPr>
              <a:t>bu</a:t>
            </a:r>
            <a:r>
              <a:rPr lang="en-US" sz="2400" dirty="0">
                <a:solidFill>
                  <a:schemeClr val="accent1"/>
                </a:solidFill>
                <a:cs typeface="Times New Roman" panose="02020603050405020304" pitchFamily="18" charset="0"/>
              </a:rPr>
              <a:t>&lt;x&gt;.aux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.bib files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017241-EB8D-27CD-1D4D-E3C5F167F392}"/>
              </a:ext>
            </a:extLst>
          </p:cNvPr>
          <p:cNvSpPr/>
          <p:nvPr/>
        </p:nvSpPr>
        <p:spPr>
          <a:xfrm>
            <a:off x="2692792" y="1786597"/>
            <a:ext cx="1505244" cy="40796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Manual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25ACAA-49B7-1248-9204-D53E921EB573}"/>
              </a:ext>
            </a:extLst>
          </p:cNvPr>
          <p:cNvSpPr/>
          <p:nvPr/>
        </p:nvSpPr>
        <p:spPr>
          <a:xfrm>
            <a:off x="7413674" y="1772528"/>
            <a:ext cx="2489981" cy="422031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Configuring </a:t>
            </a:r>
            <a:r>
              <a:rPr lang="en-US" sz="2000" dirty="0" err="1"/>
              <a:t>TeXmaker</a:t>
            </a:r>
            <a:endParaRPr lang="en-US" sz="2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E728A2-606E-7167-B4AB-B225245A0302}"/>
              </a:ext>
            </a:extLst>
          </p:cNvPr>
          <p:cNvSpPr/>
          <p:nvPr/>
        </p:nvSpPr>
        <p:spPr>
          <a:xfrm>
            <a:off x="2293034" y="3481750"/>
            <a:ext cx="2532184" cy="446649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bg1"/>
                </a:solidFill>
              </a:rPr>
              <a:t>bibtex</a:t>
            </a:r>
            <a:r>
              <a:rPr lang="en-US" sz="2400" dirty="0">
                <a:solidFill>
                  <a:schemeClr val="bg1"/>
                </a:solidFill>
              </a:rPr>
              <a:t> bu</a:t>
            </a:r>
            <a:r>
              <a:rPr lang="en-US" sz="2400" b="1" dirty="0">
                <a:solidFill>
                  <a:schemeClr val="accent1"/>
                </a:solidFill>
              </a:rPr>
              <a:t>1</a:t>
            </a:r>
            <a:r>
              <a:rPr lang="en-US" sz="2400" dirty="0">
                <a:solidFill>
                  <a:schemeClr val="bg1"/>
                </a:solidFill>
              </a:rPr>
              <a:t>.aux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6F09F33-1905-E9BA-19E5-48015B4175BF}"/>
              </a:ext>
            </a:extLst>
          </p:cNvPr>
          <p:cNvCxnSpPr/>
          <p:nvPr/>
        </p:nvCxnSpPr>
        <p:spPr>
          <a:xfrm>
            <a:off x="3556782" y="3967086"/>
            <a:ext cx="0" cy="57237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8D3F364-7FE8-E5AE-32A6-76809C63E345}"/>
              </a:ext>
            </a:extLst>
          </p:cNvPr>
          <p:cNvSpPr/>
          <p:nvPr/>
        </p:nvSpPr>
        <p:spPr>
          <a:xfrm>
            <a:off x="2293034" y="4578152"/>
            <a:ext cx="2532184" cy="446649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bg1"/>
                </a:solidFill>
              </a:rPr>
              <a:t>bibtex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bu</a:t>
            </a:r>
            <a:r>
              <a:rPr lang="en-US" sz="2400" b="1" dirty="0" err="1">
                <a:solidFill>
                  <a:schemeClr val="accent1"/>
                </a:solidFill>
              </a:rPr>
              <a:t>x</a:t>
            </a:r>
            <a:r>
              <a:rPr lang="en-US" sz="2400" dirty="0" err="1">
                <a:solidFill>
                  <a:schemeClr val="bg1"/>
                </a:solidFill>
              </a:rPr>
              <a:t>.aux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DD3C0-9DB8-A786-53CB-73F79125C537}"/>
              </a:ext>
            </a:extLst>
          </p:cNvPr>
          <p:cNvSpPr/>
          <p:nvPr/>
        </p:nvSpPr>
        <p:spPr>
          <a:xfrm>
            <a:off x="2293034" y="2492180"/>
            <a:ext cx="2532184" cy="44665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pdflatex</a:t>
            </a:r>
            <a:r>
              <a:rPr lang="en-US" sz="2400" dirty="0"/>
              <a:t> </a:t>
            </a:r>
            <a:r>
              <a:rPr lang="en-US" sz="2400" dirty="0" err="1"/>
              <a:t>main.tex</a:t>
            </a:r>
            <a:endParaRPr lang="en-US" sz="2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6BC1E3-E3C5-A587-68E6-76AFB2AB7882}"/>
              </a:ext>
            </a:extLst>
          </p:cNvPr>
          <p:cNvSpPr/>
          <p:nvPr/>
        </p:nvSpPr>
        <p:spPr>
          <a:xfrm>
            <a:off x="2290690" y="5436279"/>
            <a:ext cx="2532184" cy="44665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pdflatex</a:t>
            </a:r>
            <a:r>
              <a:rPr lang="en-US" sz="2400" dirty="0"/>
              <a:t> </a:t>
            </a:r>
            <a:r>
              <a:rPr lang="en-US" sz="2400" dirty="0" err="1"/>
              <a:t>main.tex</a:t>
            </a:r>
            <a:endParaRPr lang="en-US" sz="2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AFE5D0-C0B7-3DAA-AF0B-2B1E74143E37}"/>
              </a:ext>
            </a:extLst>
          </p:cNvPr>
          <p:cNvSpPr/>
          <p:nvPr/>
        </p:nvSpPr>
        <p:spPr>
          <a:xfrm>
            <a:off x="2297725" y="6027564"/>
            <a:ext cx="2532184" cy="44665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pdflatex</a:t>
            </a:r>
            <a:r>
              <a:rPr lang="en-US" sz="2400" dirty="0"/>
              <a:t> </a:t>
            </a:r>
            <a:r>
              <a:rPr lang="en-US" sz="2400" dirty="0" err="1"/>
              <a:t>main.tex</a:t>
            </a:r>
            <a:endParaRPr lang="en-US" sz="24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1382C73-15C5-A492-3493-FE9DDE94A802}"/>
              </a:ext>
            </a:extLst>
          </p:cNvPr>
          <p:cNvSpPr/>
          <p:nvPr/>
        </p:nvSpPr>
        <p:spPr>
          <a:xfrm>
            <a:off x="1743223" y="2475037"/>
            <a:ext cx="450164" cy="463793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B3354DD-3675-78DE-DFD9-A4FF8E13AAA6}"/>
              </a:ext>
            </a:extLst>
          </p:cNvPr>
          <p:cNvSpPr/>
          <p:nvPr/>
        </p:nvSpPr>
        <p:spPr>
          <a:xfrm>
            <a:off x="1742051" y="5419136"/>
            <a:ext cx="450164" cy="463793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73BCCCA-ADA9-2C99-EAD3-0BB70C635EE7}"/>
              </a:ext>
            </a:extLst>
          </p:cNvPr>
          <p:cNvSpPr/>
          <p:nvPr/>
        </p:nvSpPr>
        <p:spPr>
          <a:xfrm>
            <a:off x="1739707" y="6038116"/>
            <a:ext cx="450164" cy="463793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4D57881-BB29-AB05-3896-F5F925B8525B}"/>
              </a:ext>
            </a:extLst>
          </p:cNvPr>
          <p:cNvCxnSpPr>
            <a:cxnSpLocks/>
          </p:cNvCxnSpPr>
          <p:nvPr/>
        </p:nvCxnSpPr>
        <p:spPr>
          <a:xfrm flipV="1">
            <a:off x="2105025" y="3901154"/>
            <a:ext cx="199733" cy="1824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A8E2120-F41E-7C7E-090E-E2C6244F6E79}"/>
              </a:ext>
            </a:extLst>
          </p:cNvPr>
          <p:cNvCxnSpPr>
            <a:cxnSpLocks/>
          </p:cNvCxnSpPr>
          <p:nvPr/>
        </p:nvCxnSpPr>
        <p:spPr>
          <a:xfrm>
            <a:off x="2105025" y="4422965"/>
            <a:ext cx="199733" cy="1644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C661F9A-4316-945F-E9EA-80356678E880}"/>
              </a:ext>
            </a:extLst>
          </p:cNvPr>
          <p:cNvSpPr/>
          <p:nvPr/>
        </p:nvSpPr>
        <p:spPr>
          <a:xfrm>
            <a:off x="1738502" y="4053642"/>
            <a:ext cx="388960" cy="399265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B7705AA-96CD-1A53-CEA8-58B9C16D39EB}"/>
              </a:ext>
            </a:extLst>
          </p:cNvPr>
          <p:cNvGrpSpPr/>
          <p:nvPr/>
        </p:nvGrpSpPr>
        <p:grpSpPr>
          <a:xfrm>
            <a:off x="6899310" y="2347145"/>
            <a:ext cx="4023360" cy="2677656"/>
            <a:chOff x="6899310" y="2347145"/>
            <a:chExt cx="4023360" cy="267765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B529DCB-88F6-AFE5-57AF-B2743178C94B}"/>
                </a:ext>
              </a:extLst>
            </p:cNvPr>
            <p:cNvSpPr txBox="1"/>
            <p:nvPr/>
          </p:nvSpPr>
          <p:spPr>
            <a:xfrm>
              <a:off x="6899310" y="2347145"/>
              <a:ext cx="4023360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Options  </a:t>
              </a:r>
            </a:p>
            <a:p>
              <a:r>
                <a:rPr lang="en-US" sz="2400" dirty="0"/>
                <a:t>    </a:t>
              </a:r>
            </a:p>
            <a:p>
              <a:r>
                <a:rPr lang="en-US" sz="2400" dirty="0"/>
                <a:t>Configure </a:t>
              </a:r>
              <a:r>
                <a:rPr lang="en-US" sz="2400" dirty="0" err="1"/>
                <a:t>TeXmaker</a:t>
              </a:r>
              <a:endParaRPr lang="en-US" sz="2400" dirty="0"/>
            </a:p>
            <a:p>
              <a:endParaRPr lang="en-US" sz="2400" dirty="0"/>
            </a:p>
            <a:p>
              <a:r>
                <a:rPr lang="en-US" sz="2400" dirty="0"/>
                <a:t>Quick Build </a:t>
              </a:r>
            </a:p>
            <a:p>
              <a:endParaRPr lang="en-US" sz="2400" dirty="0"/>
            </a:p>
            <a:p>
              <a:r>
                <a:rPr lang="en-US" sz="2400" dirty="0"/>
                <a:t>User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AEDCFB3-69AA-1BBC-73FA-B0BA040F2F0E}"/>
                </a:ext>
              </a:extLst>
            </p:cNvPr>
            <p:cNvGrpSpPr/>
            <p:nvPr/>
          </p:nvGrpSpPr>
          <p:grpSpPr>
            <a:xfrm>
              <a:off x="7413674" y="2808046"/>
              <a:ext cx="0" cy="1794056"/>
              <a:chOff x="7413674" y="3137536"/>
              <a:chExt cx="0" cy="1794056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683EAC23-50E9-F102-4549-4067E03B4E79}"/>
                  </a:ext>
                </a:extLst>
              </p:cNvPr>
              <p:cNvCxnSpPr/>
              <p:nvPr/>
            </p:nvCxnSpPr>
            <p:spPr>
              <a:xfrm>
                <a:off x="7413674" y="3137536"/>
                <a:ext cx="0" cy="34421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16119BCF-A76C-7A20-90A6-238891213205}"/>
                  </a:ext>
                </a:extLst>
              </p:cNvPr>
              <p:cNvCxnSpPr/>
              <p:nvPr/>
            </p:nvCxnSpPr>
            <p:spPr>
              <a:xfrm>
                <a:off x="7413674" y="3881535"/>
                <a:ext cx="0" cy="34421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ECF59DC0-311F-E5EC-7E25-D1FCD3D344CE}"/>
                  </a:ext>
                </a:extLst>
              </p:cNvPr>
              <p:cNvCxnSpPr/>
              <p:nvPr/>
            </p:nvCxnSpPr>
            <p:spPr>
              <a:xfrm>
                <a:off x="7413674" y="4587378"/>
                <a:ext cx="0" cy="34421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FEA8A7B-E2A5-1DAC-0A5A-FAFEA72BC041}"/>
              </a:ext>
            </a:extLst>
          </p:cNvPr>
          <p:cNvSpPr txBox="1"/>
          <p:nvPr/>
        </p:nvSpPr>
        <p:spPr>
          <a:xfrm>
            <a:off x="7047914" y="5358644"/>
            <a:ext cx="3221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| </a:t>
            </a:r>
            <a:r>
              <a:rPr lang="en-US" sz="3200" dirty="0" err="1"/>
              <a:t>bibtex</a:t>
            </a:r>
            <a:r>
              <a:rPr lang="en-US" sz="3200" dirty="0"/>
              <a:t> </a:t>
            </a:r>
            <a:r>
              <a:rPr lang="en-US" sz="3200" dirty="0" err="1"/>
              <a:t>bu</a:t>
            </a:r>
            <a:r>
              <a:rPr lang="en-US" sz="3200" dirty="0" err="1">
                <a:solidFill>
                  <a:schemeClr val="accent1"/>
                </a:solidFill>
              </a:rPr>
              <a:t>x</a:t>
            </a:r>
            <a:r>
              <a:rPr lang="en-US" sz="3200" dirty="0" err="1"/>
              <a:t>.aux</a:t>
            </a:r>
            <a:r>
              <a:rPr lang="en-US" sz="3200" dirty="0"/>
              <a:t>|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87DB54E-DD5C-4103-F652-1663AAA4A7B7}"/>
              </a:ext>
            </a:extLst>
          </p:cNvPr>
          <p:cNvSpPr/>
          <p:nvPr/>
        </p:nvSpPr>
        <p:spPr>
          <a:xfrm>
            <a:off x="7047914" y="5325144"/>
            <a:ext cx="3080824" cy="66892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25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E97A9D6-6C97-766D-BF89-E570C96C05C3}"/>
              </a:ext>
            </a:extLst>
          </p:cNvPr>
          <p:cNvSpPr/>
          <p:nvPr/>
        </p:nvSpPr>
        <p:spPr>
          <a:xfrm>
            <a:off x="562709" y="393895"/>
            <a:ext cx="6710288" cy="64711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Method: 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bibunit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273F41C-F436-29D9-6095-CCFC8E4F3905}"/>
              </a:ext>
            </a:extLst>
          </p:cNvPr>
          <p:cNvGrpSpPr/>
          <p:nvPr/>
        </p:nvGrpSpPr>
        <p:grpSpPr>
          <a:xfrm>
            <a:off x="2403230" y="1332914"/>
            <a:ext cx="7458221" cy="2915530"/>
            <a:chOff x="2011680" y="1716258"/>
            <a:chExt cx="7498079" cy="354505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9898159-FD38-DDDD-AC52-DA3334618412}"/>
                </a:ext>
              </a:extLst>
            </p:cNvPr>
            <p:cNvSpPr/>
            <p:nvPr/>
          </p:nvSpPr>
          <p:spPr>
            <a:xfrm>
              <a:off x="2011680" y="1716258"/>
              <a:ext cx="6372665" cy="354505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86A774-308B-72A7-048A-ADEA5FD1C951}"/>
                </a:ext>
              </a:extLst>
            </p:cNvPr>
            <p:cNvSpPr txBox="1"/>
            <p:nvPr/>
          </p:nvSpPr>
          <p:spPr>
            <a:xfrm>
              <a:off x="2532184" y="1959241"/>
              <a:ext cx="6977575" cy="31061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0000CC"/>
                  </a:solidFill>
                  <a:effectLst/>
                </a:rPr>
                <a:t>\begin</a:t>
              </a:r>
              <a:r>
                <a:rPr lang="en-US" sz="3200" dirty="0">
                  <a:solidFill>
                    <a:srgbClr val="000000"/>
                  </a:solidFill>
                  <a:effectLst/>
                </a:rPr>
                <a:t>{</a:t>
              </a:r>
              <a:r>
                <a:rPr lang="en-US" sz="3200" dirty="0" err="1">
                  <a:solidFill>
                    <a:srgbClr val="000000"/>
                  </a:solidFill>
                  <a:effectLst/>
                </a:rPr>
                <a:t>bibunit</a:t>
              </a:r>
              <a:r>
                <a:rPr lang="en-US" sz="3200" dirty="0">
                  <a:solidFill>
                    <a:srgbClr val="000000"/>
                  </a:solidFill>
                  <a:effectLst/>
                </a:rPr>
                <a:t>}[&lt;</a:t>
              </a:r>
              <a:r>
                <a:rPr lang="en-US" sz="3200" i="1" dirty="0">
                  <a:solidFill>
                    <a:srgbClr val="000000"/>
                  </a:solidFill>
                  <a:effectLst/>
                </a:rPr>
                <a:t>style</a:t>
              </a:r>
              <a:r>
                <a:rPr lang="en-US" sz="3200" dirty="0">
                  <a:solidFill>
                    <a:srgbClr val="000000"/>
                  </a:solidFill>
                  <a:effectLst/>
                </a:rPr>
                <a:t>&gt;]</a:t>
              </a:r>
            </a:p>
            <a:p>
              <a:r>
                <a:rPr lang="en-US" sz="3200" dirty="0">
                  <a:solidFill>
                    <a:srgbClr val="000000"/>
                  </a:solidFill>
                </a:rPr>
                <a:t>      </a:t>
              </a:r>
              <a:r>
                <a:rPr lang="en-US" sz="3200" dirty="0">
                  <a:solidFill>
                    <a:schemeClr val="accent1"/>
                  </a:solidFill>
                </a:rPr>
                <a:t>\chapter</a:t>
              </a:r>
              <a:r>
                <a:rPr lang="en-US" sz="3200" dirty="0"/>
                <a:t>, or </a:t>
              </a:r>
              <a:r>
                <a:rPr lang="en-US" sz="3200" dirty="0">
                  <a:solidFill>
                    <a:schemeClr val="accent1"/>
                  </a:solidFill>
                </a:rPr>
                <a:t>\section</a:t>
              </a:r>
            </a:p>
            <a:p>
              <a:r>
                <a:rPr lang="en-US" sz="3200" dirty="0"/>
                <a:t>      Content with Citations</a:t>
              </a:r>
            </a:p>
            <a:p>
              <a:r>
                <a:rPr lang="en-US" sz="3200" dirty="0">
                  <a:solidFill>
                    <a:srgbClr val="9F0003"/>
                  </a:solidFill>
                </a:rPr>
                <a:t>      </a:t>
              </a:r>
              <a:r>
                <a:rPr lang="en-US" sz="32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3200" dirty="0" err="1">
                  <a:solidFill>
                    <a:srgbClr val="9F0003"/>
                  </a:solidFill>
                  <a:effectLst/>
                </a:rPr>
                <a:t>putbib</a:t>
              </a:r>
              <a:r>
                <a:rPr lang="en-US" sz="3200" dirty="0">
                  <a:solidFill>
                    <a:srgbClr val="9F0003"/>
                  </a:solidFill>
                  <a:effectLst/>
                </a:rPr>
                <a:t>[</a:t>
              </a:r>
              <a:r>
                <a:rPr lang="en-US" sz="3200" i="1" dirty="0" err="1">
                  <a:solidFill>
                    <a:srgbClr val="9F0003"/>
                  </a:solidFill>
                  <a:effectLst/>
                </a:rPr>
                <a:t>bibfile</a:t>
              </a:r>
              <a:r>
                <a:rPr lang="en-US" sz="3200" dirty="0">
                  <a:solidFill>
                    <a:srgbClr val="9F0003"/>
                  </a:solidFill>
                  <a:effectLst/>
                </a:rPr>
                <a:t>]</a:t>
              </a:r>
              <a:endParaRPr lang="en-US" sz="3200" dirty="0">
                <a:solidFill>
                  <a:srgbClr val="000000"/>
                </a:solidFill>
                <a:effectLst/>
              </a:endParaRPr>
            </a:p>
            <a:p>
              <a:r>
                <a:rPr lang="en-US" sz="3200" dirty="0">
                  <a:solidFill>
                    <a:srgbClr val="0000CC"/>
                  </a:solidFill>
                  <a:effectLst/>
                </a:rPr>
                <a:t>\end</a:t>
              </a:r>
              <a:r>
                <a:rPr lang="en-US" sz="3200" dirty="0">
                  <a:solidFill>
                    <a:srgbClr val="000000"/>
                  </a:solidFill>
                  <a:effectLst/>
                </a:rPr>
                <a:t>{</a:t>
              </a:r>
              <a:r>
                <a:rPr lang="en-US" sz="3200" dirty="0" err="1">
                  <a:solidFill>
                    <a:srgbClr val="000000"/>
                  </a:solidFill>
                  <a:effectLst/>
                </a:rPr>
                <a:t>bibunit</a:t>
              </a:r>
              <a:r>
                <a:rPr lang="en-US" sz="3200" dirty="0">
                  <a:solidFill>
                    <a:srgbClr val="000000"/>
                  </a:solidFill>
                  <a:effectLst/>
                </a:rPr>
                <a:t>}</a:t>
              </a:r>
              <a:endParaRPr lang="en-US" sz="3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805C3D-7F1A-BB1F-0E7A-FF47EA8E3FE8}"/>
              </a:ext>
            </a:extLst>
          </p:cNvPr>
          <p:cNvGrpSpPr/>
          <p:nvPr/>
        </p:nvGrpSpPr>
        <p:grpSpPr>
          <a:xfrm>
            <a:off x="2433709" y="4733781"/>
            <a:ext cx="6308309" cy="2213885"/>
            <a:chOff x="1702191" y="4733781"/>
            <a:chExt cx="6133514" cy="22138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89F5432-B68D-D069-8294-BCFAF9243BF9}"/>
                </a:ext>
              </a:extLst>
            </p:cNvPr>
            <p:cNvSpPr/>
            <p:nvPr/>
          </p:nvSpPr>
          <p:spPr>
            <a:xfrm>
              <a:off x="1702191" y="4740184"/>
              <a:ext cx="6133514" cy="18716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E6101-435B-58EF-EC49-C8B8C6AE908D}"/>
                </a:ext>
              </a:extLst>
            </p:cNvPr>
            <p:cNvSpPr/>
            <p:nvPr/>
          </p:nvSpPr>
          <p:spPr>
            <a:xfrm>
              <a:off x="1702191" y="4733781"/>
              <a:ext cx="2799471" cy="5409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Global Bibliography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216C93-094B-D0E0-86EE-D27BDCCB1E8A}"/>
                </a:ext>
              </a:extLst>
            </p:cNvPr>
            <p:cNvSpPr txBox="1"/>
            <p:nvPr/>
          </p:nvSpPr>
          <p:spPr>
            <a:xfrm>
              <a:off x="2030225" y="5378006"/>
              <a:ext cx="544930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3200" dirty="0" err="1">
                  <a:solidFill>
                    <a:srgbClr val="9F0003"/>
                  </a:solidFill>
                  <a:effectLst/>
                </a:rPr>
                <a:t>bibliographystyle</a:t>
              </a:r>
              <a:r>
                <a:rPr lang="en-US" sz="3200" dirty="0">
                  <a:solidFill>
                    <a:srgbClr val="000000"/>
                  </a:solidFill>
                  <a:effectLst/>
                </a:rPr>
                <a:t>{&lt;</a:t>
              </a:r>
              <a:r>
                <a:rPr lang="en-US" sz="3200" i="1" dirty="0">
                  <a:solidFill>
                    <a:srgbClr val="000000"/>
                  </a:solidFill>
                  <a:effectLst/>
                </a:rPr>
                <a:t>style</a:t>
              </a:r>
              <a:r>
                <a:rPr lang="en-US" sz="3200" dirty="0">
                  <a:solidFill>
                    <a:srgbClr val="000000"/>
                  </a:solidFill>
                  <a:effectLst/>
                </a:rPr>
                <a:t>&gt;}</a:t>
              </a:r>
            </a:p>
            <a:p>
              <a:pPr algn="ctr"/>
              <a:r>
                <a:rPr lang="en-US" sz="32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3200" dirty="0">
                  <a:solidFill>
                    <a:srgbClr val="0000CC"/>
                  </a:solidFill>
                  <a:effectLst/>
                </a:rPr>
                <a:t>bibliography{&lt;</a:t>
              </a:r>
              <a:r>
                <a:rPr lang="en-US" sz="3200" i="1" dirty="0" err="1">
                  <a:solidFill>
                    <a:srgbClr val="0000CC"/>
                  </a:solidFill>
                  <a:effectLst/>
                </a:rPr>
                <a:t>globalFile</a:t>
              </a:r>
              <a:r>
                <a:rPr lang="en-US" sz="3200" dirty="0">
                  <a:solidFill>
                    <a:srgbClr val="0000CC"/>
                  </a:solidFill>
                  <a:effectLst/>
                </a:rPr>
                <a:t>&gt;} </a:t>
              </a:r>
              <a:endParaRPr lang="en-US" sz="3200" dirty="0"/>
            </a:p>
            <a:p>
              <a:endParaRPr lang="en-US" sz="3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5277AF4-76E3-8C50-B55D-6577A73037B0}"/>
              </a:ext>
            </a:extLst>
          </p:cNvPr>
          <p:cNvGrpSpPr/>
          <p:nvPr/>
        </p:nvGrpSpPr>
        <p:grpSpPr>
          <a:xfrm>
            <a:off x="8060788" y="5902584"/>
            <a:ext cx="3615397" cy="520504"/>
            <a:chOff x="8060788" y="5902584"/>
            <a:chExt cx="3334043" cy="520504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5FCEE1B-29AB-FC0D-B79A-A4A74E6433F6}"/>
                </a:ext>
              </a:extLst>
            </p:cNvPr>
            <p:cNvCxnSpPr/>
            <p:nvPr/>
          </p:nvCxnSpPr>
          <p:spPr>
            <a:xfrm>
              <a:off x="8060788" y="6175717"/>
              <a:ext cx="1167618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8E6623F-4103-D2CE-B836-B5FD1FC058C7}"/>
                </a:ext>
              </a:extLst>
            </p:cNvPr>
            <p:cNvSpPr/>
            <p:nvPr/>
          </p:nvSpPr>
          <p:spPr>
            <a:xfrm>
              <a:off x="9228406" y="5902584"/>
              <a:ext cx="2166425" cy="520504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009109"/>
                  </a:solidFill>
                  <a:effectLst/>
                </a:rPr>
                <a:t>Add |</a:t>
              </a:r>
              <a:r>
                <a:rPr lang="en-US" sz="2000" dirty="0" err="1">
                  <a:solidFill>
                    <a:srgbClr val="009109"/>
                  </a:solidFill>
                  <a:effectLst/>
                </a:rPr>
                <a:t>bibtex</a:t>
              </a:r>
              <a:r>
                <a:rPr lang="en-US" sz="2000" dirty="0">
                  <a:solidFill>
                    <a:srgbClr val="009109"/>
                  </a:solidFill>
                  <a:effectLst/>
                </a:rPr>
                <a:t> %.aux|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1532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E73016-42C7-CBEB-F917-C8861C64E9F7}"/>
              </a:ext>
            </a:extLst>
          </p:cNvPr>
          <p:cNvSpPr txBox="1"/>
          <p:nvPr/>
        </p:nvSpPr>
        <p:spPr>
          <a:xfrm>
            <a:off x="3300549" y="3044279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158500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2507</TotalTime>
  <Words>189</Words>
  <Application>Microsoft Office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57</cp:revision>
  <dcterms:created xsi:type="dcterms:W3CDTF">2023-10-17T13:15:47Z</dcterms:created>
  <dcterms:modified xsi:type="dcterms:W3CDTF">2023-10-19T20:44:00Z</dcterms:modified>
</cp:coreProperties>
</file>