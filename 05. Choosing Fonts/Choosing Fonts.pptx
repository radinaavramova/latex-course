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4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3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1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8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2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9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49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2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1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C36AE-7113-4BBF-B2D8-146CE5C18AB0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961CC-883E-4C1A-8DC8-76252759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Fonts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40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6691" y="512618"/>
            <a:ext cx="7176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Fonts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48400" y="4004751"/>
            <a:ext cx="390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36618" y="1828800"/>
            <a:ext cx="390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Family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36618" y="4004752"/>
            <a:ext cx="390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48400" y="1828800"/>
            <a:ext cx="390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Series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76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273" y="498763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Font Family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275741" y="1387892"/>
            <a:ext cx="5500255" cy="1463727"/>
            <a:chOff x="2189018" y="1414379"/>
            <a:chExt cx="5500255" cy="1463727"/>
          </a:xfrm>
        </p:grpSpPr>
        <p:sp>
          <p:nvSpPr>
            <p:cNvPr id="5" name="TextBox 4"/>
            <p:cNvSpPr txBox="1"/>
            <p:nvPr/>
          </p:nvSpPr>
          <p:spPr>
            <a:xfrm>
              <a:off x="2189018" y="1814945"/>
              <a:ext cx="22167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Serif (default)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ight Arrow 5"/>
            <p:cNvSpPr/>
            <p:nvPr/>
          </p:nvSpPr>
          <p:spPr>
            <a:xfrm rot="20510243">
              <a:off x="4446879" y="1497210"/>
              <a:ext cx="775854" cy="3879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Arrow 6"/>
            <p:cNvSpPr/>
            <p:nvPr/>
          </p:nvSpPr>
          <p:spPr>
            <a:xfrm>
              <a:off x="4523080" y="1952279"/>
              <a:ext cx="775854" cy="3879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Arrow 7"/>
            <p:cNvSpPr/>
            <p:nvPr/>
          </p:nvSpPr>
          <p:spPr>
            <a:xfrm rot="715855">
              <a:off x="4481946" y="2414172"/>
              <a:ext cx="775854" cy="3879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98934" y="1414379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textrm</a:t>
              </a:r>
              <a:r>
                <a:rPr lang="en-US" dirty="0" smtClean="0"/>
                <a:t>{}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03273" y="1996140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{\</a:t>
              </a:r>
              <a:r>
                <a:rPr lang="en-US" dirty="0" err="1" smtClean="0"/>
                <a:t>rm</a:t>
              </a:r>
              <a:r>
                <a:rPr lang="en-US" dirty="0" smtClean="0"/>
                <a:t> }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03273" y="2508774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rmfamily</a:t>
              </a:r>
              <a:endParaRPr lang="en-US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104040" y="4157579"/>
            <a:ext cx="5074658" cy="1463727"/>
            <a:chOff x="2614615" y="1414379"/>
            <a:chExt cx="5074658" cy="1463727"/>
          </a:xfrm>
        </p:grpSpPr>
        <p:sp>
          <p:nvSpPr>
            <p:cNvPr id="14" name="TextBox 13"/>
            <p:cNvSpPr txBox="1"/>
            <p:nvPr/>
          </p:nvSpPr>
          <p:spPr>
            <a:xfrm>
              <a:off x="2614615" y="1856204"/>
              <a:ext cx="17045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Sans Serif 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ight Arrow 14"/>
            <p:cNvSpPr/>
            <p:nvPr/>
          </p:nvSpPr>
          <p:spPr>
            <a:xfrm rot="20510243">
              <a:off x="4446879" y="1497210"/>
              <a:ext cx="775854" cy="3879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4523080" y="1952279"/>
              <a:ext cx="775854" cy="3879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Arrow 16"/>
            <p:cNvSpPr/>
            <p:nvPr/>
          </p:nvSpPr>
          <p:spPr>
            <a:xfrm rot="715855">
              <a:off x="4481946" y="2414172"/>
              <a:ext cx="775854" cy="3879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98934" y="1414379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textsf</a:t>
              </a:r>
              <a:r>
                <a:rPr lang="en-US" dirty="0" smtClean="0"/>
                <a:t>{}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03273" y="1996140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{\sf }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03273" y="2508774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sffamily</a:t>
              </a:r>
              <a:endParaRPr lang="en-US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350590" y="4129151"/>
            <a:ext cx="5071194" cy="1463727"/>
            <a:chOff x="2618079" y="1414379"/>
            <a:chExt cx="5071194" cy="1463727"/>
          </a:xfrm>
        </p:grpSpPr>
        <p:sp>
          <p:nvSpPr>
            <p:cNvPr id="22" name="TextBox 21"/>
            <p:cNvSpPr txBox="1"/>
            <p:nvPr/>
          </p:nvSpPr>
          <p:spPr>
            <a:xfrm>
              <a:off x="2618079" y="1870680"/>
              <a:ext cx="17538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Typewriter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ight Arrow 22"/>
            <p:cNvSpPr/>
            <p:nvPr/>
          </p:nvSpPr>
          <p:spPr>
            <a:xfrm rot="20510243">
              <a:off x="4446879" y="1497210"/>
              <a:ext cx="775854" cy="3879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4523080" y="1952279"/>
              <a:ext cx="775854" cy="3879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/>
            <p:cNvSpPr/>
            <p:nvPr/>
          </p:nvSpPr>
          <p:spPr>
            <a:xfrm rot="715855">
              <a:off x="4481946" y="2414172"/>
              <a:ext cx="775854" cy="3879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298934" y="1414379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texttt</a:t>
              </a:r>
              <a:r>
                <a:rPr lang="en-US" dirty="0" smtClean="0"/>
                <a:t>{}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03273" y="1996140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{\</a:t>
              </a:r>
              <a:r>
                <a:rPr lang="en-US" dirty="0" err="1" smtClean="0"/>
                <a:t>tt</a:t>
              </a:r>
              <a:r>
                <a:rPr lang="en-US" dirty="0" smtClean="0"/>
                <a:t> }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403273" y="2508774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ttfamily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3075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5128" y="457199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Font Series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468582" y="1948934"/>
            <a:ext cx="7651131" cy="1141724"/>
            <a:chOff x="1468582" y="1948934"/>
            <a:chExt cx="7651131" cy="1141724"/>
          </a:xfrm>
        </p:grpSpPr>
        <p:sp>
          <p:nvSpPr>
            <p:cNvPr id="5" name="TextBox 4"/>
            <p:cNvSpPr txBox="1"/>
            <p:nvPr/>
          </p:nvSpPr>
          <p:spPr>
            <a:xfrm>
              <a:off x="1468582" y="2133600"/>
              <a:ext cx="40178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Medium Width and Height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ight Arrow 5"/>
            <p:cNvSpPr/>
            <p:nvPr/>
          </p:nvSpPr>
          <p:spPr>
            <a:xfrm rot="20635100">
              <a:off x="5533623" y="1949732"/>
              <a:ext cx="851085" cy="461186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Arrow 6"/>
            <p:cNvSpPr/>
            <p:nvPr/>
          </p:nvSpPr>
          <p:spPr>
            <a:xfrm rot="1019598">
              <a:off x="5533624" y="2577029"/>
              <a:ext cx="851085" cy="461186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31932" y="1948934"/>
              <a:ext cx="2687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textmd</a:t>
              </a:r>
              <a:r>
                <a:rPr lang="en-US" dirty="0" smtClean="0"/>
                <a:t>{}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31932" y="2721326"/>
              <a:ext cx="2687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mdseries</a:t>
              </a:r>
              <a:endParaRPr lang="en-US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817446" y="4234934"/>
            <a:ext cx="5228971" cy="1751063"/>
            <a:chOff x="3817446" y="4234934"/>
            <a:chExt cx="5228971" cy="1751063"/>
          </a:xfrm>
        </p:grpSpPr>
        <p:grpSp>
          <p:nvGrpSpPr>
            <p:cNvPr id="22" name="Group 21"/>
            <p:cNvGrpSpPr/>
            <p:nvPr/>
          </p:nvGrpSpPr>
          <p:grpSpPr>
            <a:xfrm>
              <a:off x="3817446" y="4234934"/>
              <a:ext cx="5228971" cy="1710617"/>
              <a:chOff x="3817446" y="4234934"/>
              <a:chExt cx="5228971" cy="1710617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3817446" y="4487117"/>
                <a:ext cx="1593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Boldface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ight Arrow 12"/>
              <p:cNvSpPr/>
              <p:nvPr/>
            </p:nvSpPr>
            <p:spPr>
              <a:xfrm rot="20635100">
                <a:off x="5460327" y="4235732"/>
                <a:ext cx="851085" cy="461186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ight Arrow 13"/>
              <p:cNvSpPr/>
              <p:nvPr/>
            </p:nvSpPr>
            <p:spPr>
              <a:xfrm>
                <a:off x="5460328" y="4863029"/>
                <a:ext cx="851085" cy="461186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358636" y="4234934"/>
                <a:ext cx="2687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\</a:t>
                </a:r>
                <a:r>
                  <a:rPr lang="en-US" dirty="0" err="1" smtClean="0"/>
                  <a:t>textbf</a:t>
                </a:r>
                <a:r>
                  <a:rPr lang="en-US" dirty="0" smtClean="0"/>
                  <a:t>{}</a:t>
                </a:r>
                <a:endParaRPr 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358636" y="4922640"/>
                <a:ext cx="2687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\bf</a:t>
                </a:r>
                <a:endParaRPr lang="en-US" dirty="0"/>
              </a:p>
            </p:txBody>
          </p:sp>
          <p:sp>
            <p:nvSpPr>
              <p:cNvPr id="17" name="Right Arrow 16"/>
              <p:cNvSpPr/>
              <p:nvPr/>
            </p:nvSpPr>
            <p:spPr>
              <a:xfrm rot="1019598">
                <a:off x="5458737" y="5484365"/>
                <a:ext cx="851085" cy="461186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6431932" y="5616665"/>
              <a:ext cx="2355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bfseries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1561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5128" y="431441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Font Shapes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41418" y="1524000"/>
            <a:ext cx="227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Upright (default)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ight Arrow 5"/>
          <p:cNvSpPr/>
          <p:nvPr/>
        </p:nvSpPr>
        <p:spPr>
          <a:xfrm rot="20883494">
            <a:off x="4638829" y="1350817"/>
            <a:ext cx="976745" cy="34636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873346">
            <a:off x="4638832" y="1857187"/>
            <a:ext cx="976745" cy="34636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1623287" y="2986548"/>
            <a:ext cx="3828476" cy="1369289"/>
            <a:chOff x="3597560" y="2757625"/>
            <a:chExt cx="3828476" cy="1369289"/>
          </a:xfrm>
        </p:grpSpPr>
        <p:sp>
          <p:nvSpPr>
            <p:cNvPr id="11" name="TextBox 10"/>
            <p:cNvSpPr txBox="1"/>
            <p:nvPr/>
          </p:nvSpPr>
          <p:spPr>
            <a:xfrm>
              <a:off x="3597560" y="3216296"/>
              <a:ext cx="9005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Italic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ight Arrow 11"/>
            <p:cNvSpPr/>
            <p:nvPr/>
          </p:nvSpPr>
          <p:spPr>
            <a:xfrm rot="20957346">
              <a:off x="4610982" y="2840182"/>
              <a:ext cx="916982" cy="3048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4610982" y="3294729"/>
              <a:ext cx="916982" cy="3048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Arrow 13"/>
            <p:cNvSpPr/>
            <p:nvPr/>
          </p:nvSpPr>
          <p:spPr>
            <a:xfrm rot="491376">
              <a:off x="4610982" y="3728399"/>
              <a:ext cx="916982" cy="3048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40840" y="2757625"/>
              <a:ext cx="178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textit</a:t>
              </a:r>
              <a:r>
                <a:rPr lang="en-US" dirty="0" smtClean="0"/>
                <a:t>{}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40840" y="3300436"/>
              <a:ext cx="178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\it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40840" y="3757582"/>
              <a:ext cx="178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itshape</a:t>
              </a:r>
              <a:endParaRPr 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923653" y="3005130"/>
            <a:ext cx="4732532" cy="1369289"/>
            <a:chOff x="3540735" y="2757625"/>
            <a:chExt cx="3885301" cy="1369289"/>
          </a:xfrm>
        </p:grpSpPr>
        <p:sp>
          <p:nvSpPr>
            <p:cNvPr id="20" name="TextBox 19"/>
            <p:cNvSpPr txBox="1"/>
            <p:nvPr/>
          </p:nvSpPr>
          <p:spPr>
            <a:xfrm>
              <a:off x="3540735" y="3208957"/>
              <a:ext cx="9005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Slanted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ight Arrow 20"/>
            <p:cNvSpPr/>
            <p:nvPr/>
          </p:nvSpPr>
          <p:spPr>
            <a:xfrm rot="20957346">
              <a:off x="4610982" y="2840182"/>
              <a:ext cx="916982" cy="3048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4610982" y="3294729"/>
              <a:ext cx="916982" cy="3048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Arrow 22"/>
            <p:cNvSpPr/>
            <p:nvPr/>
          </p:nvSpPr>
          <p:spPr>
            <a:xfrm rot="491376">
              <a:off x="4610982" y="3728399"/>
              <a:ext cx="916982" cy="3048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640840" y="2757625"/>
              <a:ext cx="178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textsl</a:t>
              </a:r>
              <a:r>
                <a:rPr lang="en-US" dirty="0" smtClean="0"/>
                <a:t>{}</a:t>
              </a:r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40840" y="3300436"/>
              <a:ext cx="178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sl</a:t>
              </a:r>
              <a:endParaRPr 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40840" y="3757582"/>
              <a:ext cx="178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slshape</a:t>
              </a:r>
              <a:endParaRPr lang="en-US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341419" y="1253512"/>
            <a:ext cx="4961967" cy="1034071"/>
            <a:chOff x="2341419" y="1253512"/>
            <a:chExt cx="4961967" cy="1034071"/>
          </a:xfrm>
        </p:grpSpPr>
        <p:sp>
          <p:nvSpPr>
            <p:cNvPr id="7" name="TextBox 6"/>
            <p:cNvSpPr txBox="1"/>
            <p:nvPr/>
          </p:nvSpPr>
          <p:spPr>
            <a:xfrm>
              <a:off x="5640840" y="1253512"/>
              <a:ext cx="16625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t</a:t>
              </a:r>
              <a:r>
                <a:rPr lang="en-US" dirty="0" err="1" smtClean="0"/>
                <a:t>extup</a:t>
              </a:r>
              <a:r>
                <a:rPr lang="en-US" dirty="0" smtClean="0"/>
                <a:t>{}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40840" y="1918251"/>
              <a:ext cx="16625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upshape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41419" y="1524000"/>
              <a:ext cx="22721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Upright (default)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ight Arrow 27"/>
            <p:cNvSpPr/>
            <p:nvPr/>
          </p:nvSpPr>
          <p:spPr>
            <a:xfrm rot="20883494">
              <a:off x="4638830" y="1350817"/>
              <a:ext cx="976745" cy="34636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Arrow 28"/>
            <p:cNvSpPr/>
            <p:nvPr/>
          </p:nvSpPr>
          <p:spPr>
            <a:xfrm rot="873346">
              <a:off x="4638833" y="1857187"/>
              <a:ext cx="976745" cy="34636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341420" y="1524000"/>
              <a:ext cx="22721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Upright (default)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ight Arrow 40"/>
            <p:cNvSpPr/>
            <p:nvPr/>
          </p:nvSpPr>
          <p:spPr>
            <a:xfrm rot="20883494">
              <a:off x="4638831" y="1350817"/>
              <a:ext cx="976745" cy="34636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ight Arrow 41"/>
            <p:cNvSpPr/>
            <p:nvPr/>
          </p:nvSpPr>
          <p:spPr>
            <a:xfrm rot="873346">
              <a:off x="4638834" y="1857187"/>
              <a:ext cx="976745" cy="34636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003614" y="4857330"/>
            <a:ext cx="6841246" cy="1908004"/>
            <a:chOff x="3646338" y="2757625"/>
            <a:chExt cx="3779698" cy="1908004"/>
          </a:xfrm>
        </p:grpSpPr>
        <p:sp>
          <p:nvSpPr>
            <p:cNvPr id="33" name="TextBox 32"/>
            <p:cNvSpPr txBox="1"/>
            <p:nvPr/>
          </p:nvSpPr>
          <p:spPr>
            <a:xfrm>
              <a:off x="3646338" y="3095969"/>
              <a:ext cx="90054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Caps and Small Caps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ight Arrow 33"/>
            <p:cNvSpPr/>
            <p:nvPr/>
          </p:nvSpPr>
          <p:spPr>
            <a:xfrm rot="20957346">
              <a:off x="4610982" y="2840182"/>
              <a:ext cx="916982" cy="3048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4610982" y="3294729"/>
              <a:ext cx="916982" cy="3048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ight Arrow 35"/>
            <p:cNvSpPr/>
            <p:nvPr/>
          </p:nvSpPr>
          <p:spPr>
            <a:xfrm rot="491376">
              <a:off x="4610982" y="3728399"/>
              <a:ext cx="916982" cy="3048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640840" y="2757625"/>
              <a:ext cx="178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textsc</a:t>
              </a:r>
              <a:r>
                <a:rPr lang="en-US" dirty="0" smtClean="0"/>
                <a:t>{}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640840" y="3300436"/>
              <a:ext cx="178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sc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40840" y="3757582"/>
              <a:ext cx="178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scshape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0542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273" y="457199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Font Sizes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87237" y="1103530"/>
            <a:ext cx="6622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 Sizes: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76945" y="1870364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\tiny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5888182" y="1870364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</a:t>
            </a:r>
            <a:r>
              <a:rPr lang="en-US" sz="2800" dirty="0" err="1" smtClean="0"/>
              <a:t>scriptsize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2576945" y="2637198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</a:t>
            </a:r>
            <a:r>
              <a:rPr lang="en-US" sz="2800" dirty="0" err="1" smtClean="0"/>
              <a:t>footnotesize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5888182" y="2637198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\small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2576945" y="3404032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</a:t>
            </a:r>
            <a:r>
              <a:rPr lang="en-US" sz="2800" dirty="0" err="1" smtClean="0"/>
              <a:t>normalsize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5888182" y="3404032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\large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2576945" y="4170866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\Large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5888182" y="4170866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\LARGE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576945" y="4937700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\huge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5888182" y="4937700"/>
            <a:ext cx="2521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\Huge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676400" y="5860473"/>
            <a:ext cx="6968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to: \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documentclass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[this]{}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77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03419" y="2701635"/>
            <a:ext cx="85205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86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1834</TotalTime>
  <Words>158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20</cp:revision>
  <dcterms:created xsi:type="dcterms:W3CDTF">2021-04-24T10:40:28Z</dcterms:created>
  <dcterms:modified xsi:type="dcterms:W3CDTF">2021-04-26T15:44:42Z</dcterms:modified>
</cp:coreProperties>
</file>