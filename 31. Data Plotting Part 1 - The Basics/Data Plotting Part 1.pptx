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4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68" d="100"/>
          <a:sy n="68" d="100"/>
        </p:scale>
        <p:origin x="792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060593-BE20-ED29-6A27-7E50F0156D9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2A06270-87DD-60D9-DBFE-B50485D9CCD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79DC5A2-A8FF-149E-0163-6E581ACBE3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583179-6F23-4D46-863A-105AE22A1CB2}" type="datetimeFigureOut">
              <a:rPr lang="en-US" smtClean="0"/>
              <a:t>9/14/2023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6F90587-2E90-2AED-E3AA-6A819A828A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5D7E52A-3527-9256-9A21-5ACCBAF6B0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67E579-7FFF-41B7-9A1C-4A5D344A8A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67784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4FB1A3-30A0-61C5-EDEC-0AAB9723ED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67F394F-1EB6-0B8F-4792-776E4C33ABB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7EAEB39-4204-3E66-D5C7-2B956E44F4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583179-6F23-4D46-863A-105AE22A1CB2}" type="datetimeFigureOut">
              <a:rPr lang="en-US" smtClean="0"/>
              <a:t>9/14/2023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7240142-A32D-EC94-A864-416DA5F588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86181F5-5A46-0257-A23C-9BFA676571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67E579-7FFF-41B7-9A1C-4A5D344A8A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19260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879BEE-A1A3-5E14-3981-63691AA0B0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4AE0A3C-DD34-A174-5276-3364D68BA22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9230B94-04B8-9D18-5950-0D60CE12E4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583179-6F23-4D46-863A-105AE22A1CB2}" type="datetimeFigureOut">
              <a:rPr lang="en-US" smtClean="0"/>
              <a:t>9/14/2023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D7C73F7-0EEE-5E93-D51F-BFBD1E5E86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698BB77-CB26-121B-0B7B-E37C8F8667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67E579-7FFF-41B7-9A1C-4A5D344A8A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380176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E6C0B8-F1ED-F08C-59A6-21A167897D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AD2C3A8-DE32-584D-3E27-9BD58A7B928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D8A8D91-CAC8-87B5-6477-C3456BFE4FB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5F52C0F-6022-67B5-C2ED-A44D47ACDC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583179-6F23-4D46-863A-105AE22A1CB2}" type="datetimeFigureOut">
              <a:rPr lang="en-US" smtClean="0"/>
              <a:t>9/14/2023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3654B0A-7408-000A-5A89-6D5F3E27E3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AD0E126-EE4E-BE5A-5FE7-B732A2AF36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67E579-7FFF-41B7-9A1C-4A5D344A8A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09355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4295DF-D1D9-D09A-BA16-80C8831F52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5B1CF73-707D-2D9F-2962-94377E10098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89BC3A8-2565-1210-498E-13B0CBF1AED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AC58F95-2D6F-00C1-FFCA-E171C0C967C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7CF1C4B-9F62-9B41-5F4A-D3C5F89E2D0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1FFA5C0-1BE9-0A2D-84E6-BD51FB2678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583179-6F23-4D46-863A-105AE22A1CB2}" type="datetimeFigureOut">
              <a:rPr lang="en-US" smtClean="0"/>
              <a:t>9/14/2023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FAA5A5E-77EB-842C-6A05-EA1DACDDCE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0886815-0E6C-3F6B-7CE6-4E418A26AA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67E579-7FFF-41B7-9A1C-4A5D344A8A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76604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672ACE-3BB1-F6E3-4F00-9259AFF2C9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F70A263-3554-7AD3-A064-B22B0E6D12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583179-6F23-4D46-863A-105AE22A1CB2}" type="datetimeFigureOut">
              <a:rPr lang="en-US" smtClean="0"/>
              <a:t>9/14/2023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148D524-64E8-84CF-03C9-A07649ED30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32CE8CC-A8A6-A1C7-1B80-7B09701384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67E579-7FFF-41B7-9A1C-4A5D344A8A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97342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B20899B-20F1-9645-0BE6-495B9C9F2E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583179-6F23-4D46-863A-105AE22A1CB2}" type="datetimeFigureOut">
              <a:rPr lang="en-US" smtClean="0"/>
              <a:t>9/14/2023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9C5E05E-A3D2-354E-B834-4B81FC8B09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5340BB5-2F56-EF34-BC5D-F05F70675F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67E579-7FFF-41B7-9A1C-4A5D344A8A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80825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035BA1-5617-31D7-1DBD-E3D30FED3A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5FB9054-8E0E-4AE3-6FEE-2A7053DC97D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FBC58CB-16C5-B3B2-D510-D064395B4DB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D8B85AB-19AA-D496-A2C8-64631204C9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583179-6F23-4D46-863A-105AE22A1CB2}" type="datetimeFigureOut">
              <a:rPr lang="en-US" smtClean="0"/>
              <a:t>9/14/2023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55A54F4-BFA8-70A3-557F-19B107B4B7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A631C81-4BAD-6C6A-08C0-CECF0C4CBD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67E579-7FFF-41B7-9A1C-4A5D344A8A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723586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1AD3AF-6343-BE16-F052-8E2F81C54A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31856A4-4195-5721-224F-125A3E815D3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59BAED8-9EE2-1A45-4EC3-F8204A12136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5BCB336-125C-F7CB-3BF8-3F0784A9CE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583179-6F23-4D46-863A-105AE22A1CB2}" type="datetimeFigureOut">
              <a:rPr lang="en-US" smtClean="0"/>
              <a:t>9/14/2023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9ED3232-C6A0-B203-63E4-C378F917D4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B2D403C-D217-802B-9397-275FA6F824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67E579-7FFF-41B7-9A1C-4A5D344A8A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458951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9EBE7E-59AC-3BE9-89A2-28FC1312DB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5BB8851-3946-79A3-A775-ADF7FF9FC9E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D87930E-3FA3-6CA0-6E9A-449C762A2B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583179-6F23-4D46-863A-105AE22A1CB2}" type="datetimeFigureOut">
              <a:rPr lang="en-US" smtClean="0"/>
              <a:t>9/14/2023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B3346B7-F430-943F-E2B6-3D8665FCED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4A9DFF8-6210-0F46-519C-22E5F665DE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67E579-7FFF-41B7-9A1C-4A5D344A8A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266043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8CC1820-199D-D5AD-5A0D-17075C90E49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D8A4F71-E7EE-813C-D99B-84D8B6462F1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91AB6A4-247A-8075-F669-7851B2AEE6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583179-6F23-4D46-863A-105AE22A1CB2}" type="datetimeFigureOut">
              <a:rPr lang="en-US" smtClean="0"/>
              <a:t>9/14/2023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D66C63-39FE-4CA0-7F1B-F74EBAD82B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B988051-0CFD-AAD1-7BA5-C925238675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67E579-7FFF-41B7-9A1C-4A5D344A8A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620705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>
            <a:lumMod val="60000"/>
            <a:lumOff val="4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1C75EA6-A280-7C4E-85CA-9DA653E91D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27D6D9F-3634-FABF-5282-90D53DA6E33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FE45BC1-39FC-02E2-D1DE-B17181085F2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6583179-6F23-4D46-863A-105AE22A1CB2}" type="datetimeFigureOut">
              <a:rPr lang="en-US" smtClean="0"/>
              <a:t>9/14/2023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67D3A59-BC4E-12A5-A79A-9D6840D56C6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D9C93C2-999C-AB1B-6E11-7E4E00939F5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C67E579-7FFF-41B7-9A1C-4A5D344A8A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345324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08651546-DC8E-1A48-E9B7-9694D187387D}"/>
              </a:ext>
            </a:extLst>
          </p:cNvPr>
          <p:cNvSpPr/>
          <p:nvPr/>
        </p:nvSpPr>
        <p:spPr>
          <a:xfrm>
            <a:off x="1338465" y="1900442"/>
            <a:ext cx="3303020" cy="132343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8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\</a:t>
            </a:r>
            <a:r>
              <a:rPr lang="en-US" sz="80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LaTeX</a:t>
            </a:r>
            <a:endParaRPr lang="en-US" sz="80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CB6C747-4C90-F5D2-19EC-616ADF5445EF}"/>
              </a:ext>
            </a:extLst>
          </p:cNvPr>
          <p:cNvSpPr/>
          <p:nvPr/>
        </p:nvSpPr>
        <p:spPr>
          <a:xfrm>
            <a:off x="4641485" y="2251362"/>
            <a:ext cx="2105679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For Scientific  Documentation</a:t>
            </a: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CCC37964-A6F4-D343-32C5-2AF634CC3575}"/>
              </a:ext>
            </a:extLst>
          </p:cNvPr>
          <p:cNvSpPr/>
          <p:nvPr/>
        </p:nvSpPr>
        <p:spPr>
          <a:xfrm>
            <a:off x="1399309" y="3178162"/>
            <a:ext cx="5347855" cy="45719"/>
          </a:xfrm>
          <a:prstGeom prst="round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13F6CD3-50B6-E845-6354-DC6DD1ED5092}"/>
              </a:ext>
            </a:extLst>
          </p:cNvPr>
          <p:cNvSpPr txBox="1"/>
          <p:nvPr/>
        </p:nvSpPr>
        <p:spPr>
          <a:xfrm>
            <a:off x="1338465" y="3400163"/>
            <a:ext cx="517190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By  Ammar </a:t>
            </a:r>
            <a:r>
              <a:rPr lang="en-US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Taha</a:t>
            </a:r>
            <a:r>
              <a:rPr 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Mohamedy</a:t>
            </a:r>
            <a:endParaRPr lang="en-US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B5FF1D8-8EAD-1435-8FE5-136A593C9937}"/>
              </a:ext>
            </a:extLst>
          </p:cNvPr>
          <p:cNvSpPr txBox="1"/>
          <p:nvPr/>
        </p:nvSpPr>
        <p:spPr>
          <a:xfrm>
            <a:off x="1338465" y="4701507"/>
            <a:ext cx="704780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Plotting Part 1</a:t>
            </a:r>
          </a:p>
        </p:txBody>
      </p:sp>
    </p:spTree>
    <p:extLst>
      <p:ext uri="{BB962C8B-B14F-4D97-AF65-F5344CB8AC3E}">
        <p14:creationId xmlns:p14="http://schemas.microsoft.com/office/powerpoint/2010/main" val="151572845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61F659A2-A56D-31CE-A81C-9E9B538A21C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00236" y="2165472"/>
            <a:ext cx="4940674" cy="2983303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487DF89C-D2BE-1255-31EA-532E7701F68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93341" y="2138491"/>
            <a:ext cx="3635566" cy="2983303"/>
          </a:xfrm>
          <a:prstGeom prst="rect">
            <a:avLst/>
          </a:prstGeom>
        </p:spPr>
      </p:pic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3B3DFC17-DA47-298D-3885-5F81ACE3D660}"/>
              </a:ext>
            </a:extLst>
          </p:cNvPr>
          <p:cNvSpPr/>
          <p:nvPr/>
        </p:nvSpPr>
        <p:spPr>
          <a:xfrm>
            <a:off x="703385" y="478303"/>
            <a:ext cx="5392615" cy="703384"/>
          </a:xfrm>
          <a:prstGeom prst="roundRect">
            <a:avLst/>
          </a:prstGeom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Normal Data Plots (Lined and Curved)</a:t>
            </a:r>
          </a:p>
        </p:txBody>
      </p:sp>
    </p:spTree>
    <p:extLst>
      <p:ext uri="{BB962C8B-B14F-4D97-AF65-F5344CB8AC3E}">
        <p14:creationId xmlns:p14="http://schemas.microsoft.com/office/powerpoint/2010/main" val="218992858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54C41522-B31F-7C99-8ABD-343BFB389D1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68988" y="1539609"/>
            <a:ext cx="4054023" cy="232794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B6AEA36D-FF68-92AC-BF1E-C48EBFC2CE4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88306" y="4107765"/>
            <a:ext cx="3814680" cy="2198663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3CB6B56F-8BF8-6A6C-B903-67E752AE2CA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34270" y="4107766"/>
            <a:ext cx="3793771" cy="2198663"/>
          </a:xfrm>
          <a:prstGeom prst="rect">
            <a:avLst/>
          </a:prstGeom>
        </p:spPr>
      </p:pic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66EA57EF-0221-ED37-21A7-EECD653E256E}"/>
              </a:ext>
            </a:extLst>
          </p:cNvPr>
          <p:cNvSpPr/>
          <p:nvPr/>
        </p:nvSpPr>
        <p:spPr>
          <a:xfrm>
            <a:off x="703385" y="478303"/>
            <a:ext cx="5392615" cy="703384"/>
          </a:xfrm>
          <a:prstGeom prst="roundRect">
            <a:avLst/>
          </a:prstGeom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Variations of Bar Graphs</a:t>
            </a:r>
          </a:p>
        </p:txBody>
      </p:sp>
    </p:spTree>
    <p:extLst>
      <p:ext uri="{BB962C8B-B14F-4D97-AF65-F5344CB8AC3E}">
        <p14:creationId xmlns:p14="http://schemas.microsoft.com/office/powerpoint/2010/main" val="176250417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472DA89E-0903-5FDF-B0C0-F2EBB49A06F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08338" y="1665365"/>
            <a:ext cx="5375324" cy="4483872"/>
          </a:xfrm>
          <a:prstGeom prst="rect">
            <a:avLst/>
          </a:prstGeom>
        </p:spPr>
      </p:pic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D683B43B-E535-E899-A787-A7D2EABA87B6}"/>
              </a:ext>
            </a:extLst>
          </p:cNvPr>
          <p:cNvSpPr/>
          <p:nvPr/>
        </p:nvSpPr>
        <p:spPr>
          <a:xfrm>
            <a:off x="703385" y="478303"/>
            <a:ext cx="5392615" cy="703384"/>
          </a:xfrm>
          <a:prstGeom prst="roundRect">
            <a:avLst/>
          </a:prstGeom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Histogram Visualization</a:t>
            </a:r>
          </a:p>
        </p:txBody>
      </p:sp>
    </p:spTree>
    <p:extLst>
      <p:ext uri="{BB962C8B-B14F-4D97-AF65-F5344CB8AC3E}">
        <p14:creationId xmlns:p14="http://schemas.microsoft.com/office/powerpoint/2010/main" val="307224770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BCE83973-71A6-9747-0423-C5A25EE2A98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8873" y="1390406"/>
            <a:ext cx="3462850" cy="2482732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B5C50816-95DC-7736-44A8-5D38A8D1ED2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78873" y="4081857"/>
            <a:ext cx="3462851" cy="2479443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49585EF5-B111-9A40-B549-73445D561F9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83329" y="2180494"/>
            <a:ext cx="3582235" cy="3154678"/>
          </a:xfrm>
          <a:prstGeom prst="rect">
            <a:avLst/>
          </a:prstGeom>
        </p:spPr>
      </p:pic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55A60A7A-1B7D-67D3-C61B-3E504AE2191C}"/>
              </a:ext>
            </a:extLst>
          </p:cNvPr>
          <p:cNvSpPr/>
          <p:nvPr/>
        </p:nvSpPr>
        <p:spPr>
          <a:xfrm>
            <a:off x="703385" y="478303"/>
            <a:ext cx="5392615" cy="703384"/>
          </a:xfrm>
          <a:prstGeom prst="roundRect">
            <a:avLst/>
          </a:prstGeom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Scatter Plots &amp; 3D Graphs</a:t>
            </a:r>
          </a:p>
        </p:txBody>
      </p:sp>
    </p:spTree>
    <p:extLst>
      <p:ext uri="{BB962C8B-B14F-4D97-AF65-F5344CB8AC3E}">
        <p14:creationId xmlns:p14="http://schemas.microsoft.com/office/powerpoint/2010/main" val="12599399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3">
            <a:extLst>
              <a:ext uri="{FF2B5EF4-FFF2-40B4-BE49-F238E27FC236}">
                <a16:creationId xmlns:a16="http://schemas.microsoft.com/office/drawing/2014/main" id="{D833E5EB-ACFD-4E47-9E12-8B2136E2316A}"/>
              </a:ext>
            </a:extLst>
          </p:cNvPr>
          <p:cNvSpPr txBox="1"/>
          <p:nvPr/>
        </p:nvSpPr>
        <p:spPr>
          <a:xfrm>
            <a:off x="3300549" y="3044279"/>
            <a:ext cx="7053943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4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Thanks for Watching !!</a:t>
            </a:r>
          </a:p>
        </p:txBody>
      </p:sp>
    </p:spTree>
    <p:extLst>
      <p:ext uri="{BB962C8B-B14F-4D97-AF65-F5344CB8AC3E}">
        <p14:creationId xmlns:p14="http://schemas.microsoft.com/office/powerpoint/2010/main" val="1315520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38</TotalTime>
  <Words>36</Words>
  <Application>Microsoft Office PowerPoint</Application>
  <PresentationFormat>Widescreen</PresentationFormat>
  <Paragraphs>9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1" baseType="lpstr">
      <vt:lpstr>Arial</vt:lpstr>
      <vt:lpstr>Calibri</vt:lpstr>
      <vt:lpstr>Calibri Light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AM MAR</dc:creator>
  <cp:lastModifiedBy>AM MAR</cp:lastModifiedBy>
  <cp:revision>2</cp:revision>
  <dcterms:created xsi:type="dcterms:W3CDTF">2023-07-30T10:47:42Z</dcterms:created>
  <dcterms:modified xsi:type="dcterms:W3CDTF">2023-09-14T12:36:52Z</dcterms:modified>
</cp:coreProperties>
</file>