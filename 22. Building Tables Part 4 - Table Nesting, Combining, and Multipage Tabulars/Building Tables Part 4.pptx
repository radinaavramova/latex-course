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06A2B2"/>
    <a:srgbClr val="05808D"/>
    <a:srgbClr val="8DF1FB"/>
    <a:srgbClr val="BC7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BBA2B-838E-4589-8DAD-43565F6298CB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F803F-43B7-47AD-9F10-5C89B63FA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8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F803F-43B7-47AD-9F10-5C89B63FAF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1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28F-4CE7-41A1-BD9F-4FC91C1AB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B645-0983-4C4D-B074-72F40F412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249A-54C7-4030-95C3-ED0E024D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BC32-4BEF-4A8C-999A-4C11741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E5B6-DAEA-4128-86E9-766D2C0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ED04-E2EE-4162-ACCB-407A9D29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41C0-6405-40F8-A876-E8ECEADA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F6C8-19BD-4885-852F-FD773623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C9222-C0A2-449C-A2F5-2AE37958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C75E4-3B68-4E34-8F07-BD71359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489F-5F47-4333-ACAB-32EA826B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E132D-B009-42AB-82E8-AB5F29B4E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2303-5941-47D3-8BD9-0BC2A076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DA17-D699-4D62-9CB6-9B17540C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00C2-2A96-4683-84BA-1F71E7DE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3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3814-18DC-43DB-A491-D45093E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D683-555C-4775-B165-AF15B8582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6992-702A-4105-AA28-A4D7D48F2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0D7F-AC91-4054-9F40-F5634848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B42A-BF3E-47B1-B061-24CFA3E1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ABE8D-D9B6-437C-8A65-E740CF6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7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DD1D-4379-4D30-9D88-207ECDF9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69EDA-BC70-4E5B-A0AF-1FC07263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75C1-68E2-4DB4-B493-B82F07C55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881D8-3A62-4B8C-9D53-B3CA58665D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77542-1EF3-42A3-88D7-C5CEF26D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38C3F-B7EB-4EDA-910F-09593A2D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52605-D31A-4266-98D0-C7465478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20FBB-1A7D-4D39-85EC-866B0FB9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9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073-413C-46EE-99B1-912B9B90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862A3-EE08-4DA6-AACE-13DF4BD4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31A2B-91DD-4F56-87EA-9F6F8100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E24-88DA-40E3-89EC-1A7F780B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91459-0B27-43BC-AFE7-798C5D35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B05C9-BEBF-4F6E-96AF-300F016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37D-71D3-4C45-A1CD-614AA307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86-9DC4-4C76-84D9-38941CEF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C506-3F49-401C-9A20-A67327B2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29EE8-7C55-4E04-A312-1FF76FF9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0B13-775B-470E-8E68-57F5840B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BA01B-8A8B-48C2-B390-132A614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D278-0396-49DD-89D7-2DECDBE7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0B57-3AA4-44A0-93B5-905BAD9A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EF187-0DDD-41BB-BB54-90F9A18B1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7EBA2-1763-4D8C-A592-9729CE1B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7F7D-5AE9-4D13-95CA-F45E230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5876E-23C9-405C-8164-5C951746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3B93B-FBDD-4DAC-A511-EFE1AC50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25E3-442D-457D-BB0E-8B9EF95B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CD505-F91E-4D29-B700-798FA9268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CBD95-89FE-4AD6-B465-6666B54D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CEA7-42F0-427E-932D-FDF5FDC8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F74D-BD9F-44DD-9643-4465C1BD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2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E4345-F63D-4B04-B13D-F1D9A8C01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7F31-804D-4018-9516-84FA3A6F3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938E-3B95-4BDC-8D6C-96FE2679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ABC7-759B-49F4-AB26-64074245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1FA5-BF29-452D-AECE-422B4C5C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9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A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20CB-E88A-4E08-8280-0B1283EB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ED37-FB62-4610-A4F6-433AB10E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CE4B-0CDF-48D1-A532-CAC03F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7E8E9-2D5C-47AE-8B7B-1C77988060B1}" type="datetimeFigureOut">
              <a:rPr lang="en-US" smtClean="0"/>
              <a:t>3/20/2022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2A5DA-E090-4DCA-9F7E-F921D92F5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1CB8-EA88-4C25-B993-054A6C88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6821-8F47-446E-A1E5-830FD94FF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38AFE-EFAB-4580-B8EE-E21A16E03494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F112-C4A0-453F-8CC8-383F7FE3297A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B933E-55EB-467D-A03A-202D819F5DB4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CA42-68AF-433A-8CCE-1B1460011328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CB6-005C-478D-A080-17438BE04B16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Tables Part 4</a:t>
            </a:r>
          </a:p>
        </p:txBody>
      </p:sp>
    </p:spTree>
    <p:extLst>
      <p:ext uri="{BB962C8B-B14F-4D97-AF65-F5344CB8AC3E}">
        <p14:creationId xmlns:p14="http://schemas.microsoft.com/office/powerpoint/2010/main" val="305355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8F0E42-4506-4874-9C4C-B6E9801C00D1}"/>
              </a:ext>
            </a:extLst>
          </p:cNvPr>
          <p:cNvSpPr/>
          <p:nvPr/>
        </p:nvSpPr>
        <p:spPr>
          <a:xfrm>
            <a:off x="717452" y="239151"/>
            <a:ext cx="3024554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Tables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6A4938-FC3A-4EE6-88F1-B0C1D14BBA80}"/>
              </a:ext>
            </a:extLst>
          </p:cNvPr>
          <p:cNvGrpSpPr/>
          <p:nvPr/>
        </p:nvGrpSpPr>
        <p:grpSpPr>
          <a:xfrm>
            <a:off x="1109151" y="1312751"/>
            <a:ext cx="10074664" cy="5105634"/>
            <a:chOff x="1109151" y="1312751"/>
            <a:chExt cx="10074664" cy="51056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8A026A-7882-4E6D-9783-7B0D19860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9151" y="1312751"/>
              <a:ext cx="4815541" cy="510563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135765F-E3EE-46B8-8C00-43E9EC9F3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8911" y="1312751"/>
              <a:ext cx="4634904" cy="3095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000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3C304D-F7F9-42D4-A384-D9BF28D03A96}"/>
              </a:ext>
            </a:extLst>
          </p:cNvPr>
          <p:cNvSpPr/>
          <p:nvPr/>
        </p:nvSpPr>
        <p:spPr>
          <a:xfrm>
            <a:off x="621322" y="213451"/>
            <a:ext cx="6541477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Tables’ Structure: Headers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E219A2-1915-4866-92D4-70A00458E9A6}"/>
              </a:ext>
            </a:extLst>
          </p:cNvPr>
          <p:cNvSpPr/>
          <p:nvPr/>
        </p:nvSpPr>
        <p:spPr>
          <a:xfrm>
            <a:off x="984738" y="1181687"/>
            <a:ext cx="10536702" cy="49377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90D9A6-C9AC-4184-8BC3-A95A3F192DD5}"/>
              </a:ext>
            </a:extLst>
          </p:cNvPr>
          <p:cNvGrpSpPr/>
          <p:nvPr/>
        </p:nvGrpSpPr>
        <p:grpSpPr>
          <a:xfrm>
            <a:off x="1688123" y="3545058"/>
            <a:ext cx="9415311" cy="2048845"/>
            <a:chOff x="1688123" y="3545058"/>
            <a:chExt cx="9415311" cy="204884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AF40E4B-6745-4BCD-A151-15791F5D5007}"/>
                </a:ext>
              </a:extLst>
            </p:cNvPr>
            <p:cNvSpPr/>
            <p:nvPr/>
          </p:nvSpPr>
          <p:spPr>
            <a:xfrm>
              <a:off x="1688123" y="3545058"/>
              <a:ext cx="4407877" cy="2048845"/>
            </a:xfrm>
            <a:prstGeom prst="roundRect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dirty="0"/>
                <a:t>Heading for </a:t>
              </a:r>
              <a:r>
                <a:rPr lang="en-US" sz="2400" dirty="0">
                  <a:solidFill>
                    <a:srgbClr val="6699FF"/>
                  </a:solidFill>
                </a:rPr>
                <a:t>remaining pages</a:t>
              </a:r>
              <a:r>
                <a:rPr lang="en-US" sz="2400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multicolumn Command as caption.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Header Entries again.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Ends with </a:t>
              </a:r>
              <a:r>
                <a:rPr lang="en-US" sz="2400" dirty="0">
                  <a:solidFill>
                    <a:srgbClr val="D63031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D63031"/>
                  </a:solidFill>
                  <a:effectLst/>
                </a:rPr>
                <a:t>endhead</a:t>
              </a:r>
              <a:endParaRPr lang="en-US" sz="240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5CD459-6A8A-4ACE-9EE9-B6BD6C76C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8749" y="4202840"/>
              <a:ext cx="4644685" cy="733279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50A2B9-1F24-4389-91F8-1DE224AF5F19}"/>
              </a:ext>
            </a:extLst>
          </p:cNvPr>
          <p:cNvGrpSpPr/>
          <p:nvPr/>
        </p:nvGrpSpPr>
        <p:grpSpPr>
          <a:xfrm>
            <a:off x="1688123" y="1519312"/>
            <a:ext cx="9620972" cy="1793630"/>
            <a:chOff x="1688123" y="1519312"/>
            <a:chExt cx="9620972" cy="179363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2F2A6BD-C57C-4F28-BF91-3FDE4F0B162F}"/>
                </a:ext>
              </a:extLst>
            </p:cNvPr>
            <p:cNvSpPr/>
            <p:nvPr/>
          </p:nvSpPr>
          <p:spPr>
            <a:xfrm>
              <a:off x="1688123" y="1519312"/>
              <a:ext cx="4407877" cy="1793630"/>
            </a:xfrm>
            <a:prstGeom prst="roundRect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dirty="0"/>
                <a:t>Main Heading for </a:t>
              </a:r>
              <a:r>
                <a:rPr lang="en-US" sz="2400" dirty="0">
                  <a:solidFill>
                    <a:srgbClr val="6699FF"/>
                  </a:solidFill>
                </a:rPr>
                <a:t>First Page</a:t>
              </a:r>
              <a:r>
                <a:rPr lang="en-US" sz="2400" dirty="0"/>
                <a:t>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Caption Command.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Header Entries.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Ends with </a:t>
              </a:r>
              <a:r>
                <a:rPr lang="en-US" sz="2400" dirty="0">
                  <a:solidFill>
                    <a:srgbClr val="D63031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D63031"/>
                  </a:solidFill>
                  <a:effectLst/>
                </a:rPr>
                <a:t>endfirsthead</a:t>
              </a:r>
              <a:endParaRPr lang="en-US" sz="2400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3667C86-68D3-4807-86F3-FDF70B80A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3089" y="2028733"/>
              <a:ext cx="5056006" cy="99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194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66204F-901F-4426-8FEF-509E29E16A68}"/>
              </a:ext>
            </a:extLst>
          </p:cNvPr>
          <p:cNvSpPr/>
          <p:nvPr/>
        </p:nvSpPr>
        <p:spPr>
          <a:xfrm>
            <a:off x="717451" y="239151"/>
            <a:ext cx="6541477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Tables’ Structure: Footers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957D12-ED38-4C4C-9545-CBC874A7271F}"/>
              </a:ext>
            </a:extLst>
          </p:cNvPr>
          <p:cNvSpPr/>
          <p:nvPr/>
        </p:nvSpPr>
        <p:spPr>
          <a:xfrm>
            <a:off x="1477108" y="1477108"/>
            <a:ext cx="9594166" cy="482521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9EEC0C-3698-4966-AE85-8444CADBFDD1}"/>
              </a:ext>
            </a:extLst>
          </p:cNvPr>
          <p:cNvGrpSpPr/>
          <p:nvPr/>
        </p:nvGrpSpPr>
        <p:grpSpPr>
          <a:xfrm>
            <a:off x="1931962" y="1941341"/>
            <a:ext cx="8782930" cy="1772529"/>
            <a:chOff x="1931962" y="1941341"/>
            <a:chExt cx="8782930" cy="17725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DEC8CC1-F188-4DA4-A787-B3988E9B7831}"/>
                </a:ext>
              </a:extLst>
            </p:cNvPr>
            <p:cNvSpPr/>
            <p:nvPr/>
          </p:nvSpPr>
          <p:spPr>
            <a:xfrm>
              <a:off x="1931962" y="1941341"/>
              <a:ext cx="4454770" cy="1772529"/>
            </a:xfrm>
            <a:prstGeom prst="roundRect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800" dirty="0"/>
                <a:t>Footer for </a:t>
              </a:r>
              <a:r>
                <a:rPr lang="en-US" sz="2800" dirty="0">
                  <a:solidFill>
                    <a:srgbClr val="6699FF"/>
                  </a:solidFill>
                </a:rPr>
                <a:t>First Pages: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multicolumn Command as text.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tx1"/>
                  </a:solidFill>
                </a:rPr>
                <a:t>Ends with </a:t>
              </a:r>
              <a:r>
                <a:rPr lang="en-US" sz="2800" dirty="0">
                  <a:solidFill>
                    <a:srgbClr val="D63031"/>
                  </a:solidFill>
                  <a:effectLst/>
                </a:rPr>
                <a:t>\</a:t>
              </a:r>
              <a:r>
                <a:rPr lang="en-US" sz="2800" dirty="0" err="1">
                  <a:solidFill>
                    <a:srgbClr val="D63031"/>
                  </a:solidFill>
                  <a:effectLst/>
                </a:rPr>
                <a:t>endfoot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BB0227-CA15-41A6-B43F-F21B9CD67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8368" y="2683412"/>
              <a:ext cx="4126524" cy="53809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D5D675-280B-4361-A1C8-8B0D977F96FF}"/>
              </a:ext>
            </a:extLst>
          </p:cNvPr>
          <p:cNvGrpSpPr/>
          <p:nvPr/>
        </p:nvGrpSpPr>
        <p:grpSpPr>
          <a:xfrm>
            <a:off x="1931962" y="4121833"/>
            <a:ext cx="8907123" cy="1772529"/>
            <a:chOff x="1931962" y="4121833"/>
            <a:chExt cx="8907123" cy="17725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9C1B66B-2CE1-4DDF-A3CB-D78F29410EE8}"/>
                </a:ext>
              </a:extLst>
            </p:cNvPr>
            <p:cNvSpPr/>
            <p:nvPr/>
          </p:nvSpPr>
          <p:spPr>
            <a:xfrm>
              <a:off x="1931962" y="4121833"/>
              <a:ext cx="4454770" cy="1772529"/>
            </a:xfrm>
            <a:prstGeom prst="roundRect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800" dirty="0"/>
                <a:t>Footer for </a:t>
              </a:r>
              <a:r>
                <a:rPr lang="en-US" sz="2800" dirty="0">
                  <a:solidFill>
                    <a:srgbClr val="6699FF"/>
                  </a:solidFill>
                </a:rPr>
                <a:t>The Last Page: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multicolumn Command as text.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>
                  <a:solidFill>
                    <a:schemeClr val="tx1"/>
                  </a:solidFill>
                </a:rPr>
                <a:t>Ends with </a:t>
              </a:r>
              <a:r>
                <a:rPr lang="en-US" sz="2800" dirty="0">
                  <a:solidFill>
                    <a:srgbClr val="D63031"/>
                  </a:solidFill>
                  <a:effectLst/>
                </a:rPr>
                <a:t>\</a:t>
              </a:r>
              <a:r>
                <a:rPr lang="en-US" sz="2800" dirty="0" err="1">
                  <a:solidFill>
                    <a:srgbClr val="D63031"/>
                  </a:solidFill>
                  <a:effectLst/>
                </a:rPr>
                <a:t>endlastfoot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349A74-146F-43E5-9962-09DA14780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8921" y="4739052"/>
              <a:ext cx="4220164" cy="538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415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B7D28-6963-4B24-BC2B-25C71C42B79F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30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96</Words>
  <Application>Microsoft Office PowerPoint</Application>
  <PresentationFormat>Widescreen</PresentationFormat>
  <Paragraphs>24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17</cp:revision>
  <dcterms:created xsi:type="dcterms:W3CDTF">2022-03-11T11:16:15Z</dcterms:created>
  <dcterms:modified xsi:type="dcterms:W3CDTF">2022-03-20T17:21:58Z</dcterms:modified>
</cp:coreProperties>
</file>