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B3EBD-B369-4A07-AEAF-6C831E60107A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87B76-F193-4A35-BAAC-8E56A3393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8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6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3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8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7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3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3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49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A820C-45CF-45AA-B922-A853088A889C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7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Formatting – Part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51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997527" y="983672"/>
            <a:ext cx="5149735" cy="905102"/>
            <a:chOff x="997527" y="983672"/>
            <a:chExt cx="5149735" cy="905102"/>
          </a:xfrm>
        </p:grpSpPr>
        <p:sp>
          <p:nvSpPr>
            <p:cNvPr id="8" name="Rounded Rectangle 7"/>
            <p:cNvSpPr/>
            <p:nvPr/>
          </p:nvSpPr>
          <p:spPr>
            <a:xfrm>
              <a:off x="997527" y="983672"/>
              <a:ext cx="3269673" cy="90510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 flipH="1">
              <a:off x="1260763" y="983672"/>
              <a:ext cx="48864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\par</a:t>
              </a:r>
            </a:p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Your Text Here….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036318" y="2285999"/>
            <a:ext cx="3618809" cy="803565"/>
            <a:chOff x="1036318" y="2285999"/>
            <a:chExt cx="3618809" cy="803565"/>
          </a:xfrm>
        </p:grpSpPr>
        <p:sp>
          <p:nvSpPr>
            <p:cNvPr id="9" name="Rounded Rectangle 8"/>
            <p:cNvSpPr/>
            <p:nvPr/>
          </p:nvSpPr>
          <p:spPr>
            <a:xfrm>
              <a:off x="1036318" y="2285999"/>
              <a:ext cx="3269673" cy="80356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60763" y="2427121"/>
              <a:ext cx="33943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\</a:t>
              </a:r>
              <a:r>
                <a:rPr lang="en-US" sz="2400" dirty="0" err="1" smtClean="0"/>
                <a:t>noindent</a:t>
              </a:r>
              <a:endParaRPr lang="en-US" sz="24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36318" y="3643745"/>
            <a:ext cx="5031971" cy="803565"/>
            <a:chOff x="1036318" y="3643745"/>
            <a:chExt cx="5031971" cy="803565"/>
          </a:xfrm>
        </p:grpSpPr>
        <p:sp>
          <p:nvSpPr>
            <p:cNvPr id="10" name="Rounded Rectangle 9"/>
            <p:cNvSpPr/>
            <p:nvPr/>
          </p:nvSpPr>
          <p:spPr>
            <a:xfrm>
              <a:off x="1036318" y="3643745"/>
              <a:ext cx="4477791" cy="80356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81790" y="3814694"/>
              <a:ext cx="4886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\</a:t>
              </a:r>
              <a:r>
                <a:rPr lang="en-US" sz="2400" dirty="0" err="1" smtClean="0"/>
                <a:t>parindent</a:t>
              </a:r>
              <a:r>
                <a:rPr lang="en-US" sz="2400" dirty="0" smtClean="0"/>
                <a:t> = space (mm, or cm)</a:t>
              </a:r>
              <a:endParaRPr lang="en-US" sz="24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36318" y="4830540"/>
            <a:ext cx="4477791" cy="803565"/>
            <a:chOff x="1036318" y="4830540"/>
            <a:chExt cx="4477791" cy="803565"/>
          </a:xfrm>
        </p:grpSpPr>
        <p:sp>
          <p:nvSpPr>
            <p:cNvPr id="11" name="Rounded Rectangle 10"/>
            <p:cNvSpPr/>
            <p:nvPr/>
          </p:nvSpPr>
          <p:spPr>
            <a:xfrm>
              <a:off x="1036318" y="4830540"/>
              <a:ext cx="3269673" cy="80356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60763" y="5001491"/>
              <a:ext cx="4253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\</a:t>
              </a:r>
              <a:r>
                <a:rPr lang="en-US" sz="2400" dirty="0" err="1" smtClean="0"/>
                <a:t>parskip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3530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273" y="651163"/>
            <a:ext cx="8894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Inserting New Lines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427018" y="1745671"/>
            <a:ext cx="9601200" cy="711047"/>
            <a:chOff x="1122218" y="1634835"/>
            <a:chExt cx="9601200" cy="711047"/>
          </a:xfrm>
        </p:grpSpPr>
        <p:sp>
          <p:nvSpPr>
            <p:cNvPr id="6" name="Rounded Rectangle 5"/>
            <p:cNvSpPr/>
            <p:nvPr/>
          </p:nvSpPr>
          <p:spPr>
            <a:xfrm>
              <a:off x="1122218" y="1634835"/>
              <a:ext cx="4655127" cy="711047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71600" y="1759527"/>
              <a:ext cx="9351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 Backslash: \\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427018" y="3029587"/>
            <a:ext cx="9601200" cy="711047"/>
            <a:chOff x="1122218" y="1634835"/>
            <a:chExt cx="9601200" cy="711047"/>
          </a:xfrm>
        </p:grpSpPr>
        <p:sp>
          <p:nvSpPr>
            <p:cNvPr id="9" name="Rounded Rectangle 8"/>
            <p:cNvSpPr/>
            <p:nvPr/>
          </p:nvSpPr>
          <p:spPr>
            <a:xfrm>
              <a:off x="1122218" y="1634835"/>
              <a:ext cx="4655127" cy="711047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71600" y="1759527"/>
              <a:ext cx="9351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\newline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427018" y="4438195"/>
            <a:ext cx="9601200" cy="711047"/>
            <a:chOff x="1122218" y="1634835"/>
            <a:chExt cx="9601200" cy="711047"/>
          </a:xfrm>
        </p:grpSpPr>
        <p:sp>
          <p:nvSpPr>
            <p:cNvPr id="12" name="Rounded Rectangle 11"/>
            <p:cNvSpPr/>
            <p:nvPr/>
          </p:nvSpPr>
          <p:spPr>
            <a:xfrm>
              <a:off x="1122218" y="1634835"/>
              <a:ext cx="4655127" cy="711047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1600" y="1759527"/>
              <a:ext cx="9351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\</a:t>
              </a:r>
              <a:r>
                <a:rPr lang="en-US" sz="2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linebreak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93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4464" y="397617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Inserting Blank Spaces 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255821" y="1594714"/>
            <a:ext cx="4745180" cy="775855"/>
            <a:chOff x="1343891" y="1580858"/>
            <a:chExt cx="4745180" cy="775855"/>
          </a:xfrm>
        </p:grpSpPr>
        <p:sp>
          <p:nvSpPr>
            <p:cNvPr id="7" name="Rounded Rectangle 6"/>
            <p:cNvSpPr/>
            <p:nvPr/>
          </p:nvSpPr>
          <p:spPr>
            <a:xfrm>
              <a:off x="1343891" y="1580858"/>
              <a:ext cx="2757054" cy="77585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91144" y="1737952"/>
              <a:ext cx="41979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Predefined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75419" y="1580858"/>
            <a:ext cx="4849091" cy="775855"/>
            <a:chOff x="7135091" y="1580858"/>
            <a:chExt cx="4849091" cy="775855"/>
          </a:xfrm>
        </p:grpSpPr>
        <p:sp>
          <p:nvSpPr>
            <p:cNvPr id="8" name="Rounded Rectangle 7"/>
            <p:cNvSpPr/>
            <p:nvPr/>
          </p:nvSpPr>
          <p:spPr>
            <a:xfrm>
              <a:off x="7135091" y="1580858"/>
              <a:ext cx="3179618" cy="775855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86255" y="1737951"/>
              <a:ext cx="41979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User-Defined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07818" y="2812473"/>
            <a:ext cx="2175164" cy="914400"/>
            <a:chOff x="207818" y="2812473"/>
            <a:chExt cx="2175164" cy="914400"/>
          </a:xfrm>
        </p:grpSpPr>
        <p:sp>
          <p:nvSpPr>
            <p:cNvPr id="11" name="Rounded Rectangle 10"/>
            <p:cNvSpPr/>
            <p:nvPr/>
          </p:nvSpPr>
          <p:spPr>
            <a:xfrm>
              <a:off x="207818" y="2812473"/>
              <a:ext cx="2175164" cy="914400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27362" y="3085006"/>
              <a:ext cx="14339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Vertical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07818" y="4472135"/>
            <a:ext cx="2175164" cy="914400"/>
            <a:chOff x="207818" y="2812473"/>
            <a:chExt cx="2175164" cy="914400"/>
          </a:xfrm>
        </p:grpSpPr>
        <p:sp>
          <p:nvSpPr>
            <p:cNvPr id="15" name="Rounded Rectangle 14"/>
            <p:cNvSpPr/>
            <p:nvPr/>
          </p:nvSpPr>
          <p:spPr>
            <a:xfrm>
              <a:off x="207818" y="2812473"/>
              <a:ext cx="2175164" cy="914400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6917" y="3038840"/>
              <a:ext cx="16348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Horizontal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255821" y="2877166"/>
            <a:ext cx="2757054" cy="785013"/>
            <a:chOff x="3255821" y="2877166"/>
            <a:chExt cx="2757054" cy="785013"/>
          </a:xfrm>
        </p:grpSpPr>
        <p:sp>
          <p:nvSpPr>
            <p:cNvPr id="17" name="Bevel 16"/>
            <p:cNvSpPr/>
            <p:nvPr/>
          </p:nvSpPr>
          <p:spPr>
            <a:xfrm>
              <a:off x="3255821" y="2877166"/>
              <a:ext cx="2757054" cy="785013"/>
            </a:xfrm>
            <a:prstGeom prst="bevel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52456" y="3085006"/>
              <a:ext cx="18495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\</a:t>
              </a:r>
              <a:r>
                <a:rPr lang="en-US" sz="2000" dirty="0" err="1" smtClean="0"/>
                <a:t>bigskip</a:t>
              </a:r>
              <a:endParaRPr lang="en-US" sz="20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297383" y="4472135"/>
            <a:ext cx="2757054" cy="501647"/>
            <a:chOff x="3255821" y="2877166"/>
            <a:chExt cx="2757054" cy="785013"/>
          </a:xfrm>
        </p:grpSpPr>
        <p:sp>
          <p:nvSpPr>
            <p:cNvPr id="21" name="Bevel 20"/>
            <p:cNvSpPr/>
            <p:nvPr/>
          </p:nvSpPr>
          <p:spPr>
            <a:xfrm>
              <a:off x="3255821" y="2877166"/>
              <a:ext cx="2757054" cy="785013"/>
            </a:xfrm>
            <a:prstGeom prst="bevel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052456" y="2952630"/>
              <a:ext cx="1849581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\quad</a:t>
              </a:r>
              <a:endParaRPr lang="en-US" sz="20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297383" y="5224976"/>
            <a:ext cx="2757054" cy="558762"/>
            <a:chOff x="3255821" y="2877166"/>
            <a:chExt cx="2757054" cy="785013"/>
          </a:xfrm>
        </p:grpSpPr>
        <p:sp>
          <p:nvSpPr>
            <p:cNvPr id="24" name="Bevel 23"/>
            <p:cNvSpPr/>
            <p:nvPr/>
          </p:nvSpPr>
          <p:spPr>
            <a:xfrm>
              <a:off x="3255821" y="2877166"/>
              <a:ext cx="2757054" cy="785013"/>
            </a:xfrm>
            <a:prstGeom prst="bevel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052456" y="2992512"/>
              <a:ext cx="18495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\</a:t>
              </a:r>
              <a:r>
                <a:rPr lang="en-US" sz="2000" dirty="0" err="1" smtClean="0"/>
                <a:t>qquad</a:t>
              </a:r>
              <a:endParaRPr lang="en-US" sz="200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297383" y="6034932"/>
            <a:ext cx="2757054" cy="558762"/>
            <a:chOff x="3255821" y="2877166"/>
            <a:chExt cx="2757054" cy="785013"/>
          </a:xfrm>
        </p:grpSpPr>
        <p:sp>
          <p:nvSpPr>
            <p:cNvPr id="27" name="Bevel 26"/>
            <p:cNvSpPr/>
            <p:nvPr/>
          </p:nvSpPr>
          <p:spPr>
            <a:xfrm>
              <a:off x="3255821" y="2877166"/>
              <a:ext cx="2757054" cy="785013"/>
            </a:xfrm>
            <a:prstGeom prst="bevel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761512" y="2988612"/>
              <a:ext cx="1849581" cy="562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\, or \</a:t>
              </a:r>
              <a:r>
                <a:rPr lang="en-US" sz="2000" dirty="0" err="1" smtClean="0"/>
                <a:t>thinspace</a:t>
              </a:r>
              <a:endParaRPr lang="en-US" sz="200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886701" y="2862665"/>
            <a:ext cx="2757054" cy="501647"/>
            <a:chOff x="3255821" y="2877166"/>
            <a:chExt cx="2757054" cy="785013"/>
          </a:xfrm>
        </p:grpSpPr>
        <p:sp>
          <p:nvSpPr>
            <p:cNvPr id="30" name="Bevel 29"/>
            <p:cNvSpPr/>
            <p:nvPr/>
          </p:nvSpPr>
          <p:spPr>
            <a:xfrm>
              <a:off x="3255821" y="2877166"/>
              <a:ext cx="2757054" cy="785013"/>
            </a:xfrm>
            <a:prstGeom prst="bevel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052456" y="2952630"/>
              <a:ext cx="1849581" cy="626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\</a:t>
              </a:r>
              <a:r>
                <a:rPr lang="en-US" sz="2000" dirty="0" err="1" smtClean="0"/>
                <a:t>vskip</a:t>
              </a:r>
              <a:endParaRPr lang="en-US" sz="20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886701" y="3564303"/>
            <a:ext cx="2757054" cy="501647"/>
            <a:chOff x="3255821" y="2877166"/>
            <a:chExt cx="2757054" cy="785013"/>
          </a:xfrm>
        </p:grpSpPr>
        <p:sp>
          <p:nvSpPr>
            <p:cNvPr id="33" name="Bevel 32"/>
            <p:cNvSpPr/>
            <p:nvPr/>
          </p:nvSpPr>
          <p:spPr>
            <a:xfrm>
              <a:off x="3255821" y="2877166"/>
              <a:ext cx="2757054" cy="785013"/>
            </a:xfrm>
            <a:prstGeom prst="bevel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52456" y="2952630"/>
              <a:ext cx="1849581" cy="626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\</a:t>
              </a:r>
              <a:r>
                <a:rPr lang="en-US" sz="2000" dirty="0" err="1" smtClean="0"/>
                <a:t>vspace</a:t>
              </a:r>
              <a:r>
                <a:rPr lang="en-US" sz="2000" dirty="0" smtClean="0"/>
                <a:t>{}</a:t>
              </a:r>
              <a:endParaRPr lang="en-US" sz="2000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886701" y="4929334"/>
            <a:ext cx="2757054" cy="785013"/>
            <a:chOff x="3255821" y="2877166"/>
            <a:chExt cx="2757054" cy="785013"/>
          </a:xfrm>
        </p:grpSpPr>
        <p:sp>
          <p:nvSpPr>
            <p:cNvPr id="36" name="Bevel 35"/>
            <p:cNvSpPr/>
            <p:nvPr/>
          </p:nvSpPr>
          <p:spPr>
            <a:xfrm>
              <a:off x="3255821" y="2877166"/>
              <a:ext cx="2757054" cy="785013"/>
            </a:xfrm>
            <a:prstGeom prst="bevel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052456" y="3085006"/>
              <a:ext cx="18495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\</a:t>
              </a:r>
              <a:r>
                <a:rPr lang="en-US" sz="2000" dirty="0" err="1" smtClean="0"/>
                <a:t>hspace</a:t>
              </a:r>
              <a:r>
                <a:rPr lang="en-US" sz="2000" dirty="0" smtClean="0"/>
                <a:t>{}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4529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52800" y="2757054"/>
            <a:ext cx="85205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50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74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11</cp:revision>
  <dcterms:created xsi:type="dcterms:W3CDTF">2021-04-12T10:08:27Z</dcterms:created>
  <dcterms:modified xsi:type="dcterms:W3CDTF">2021-04-12T18:53:50Z</dcterms:modified>
</cp:coreProperties>
</file>