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B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C8AF-1358-DDFF-F940-BFA1D01D4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50E7D-9964-173C-2AD1-3F4A75607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093FF-001B-E329-4FEF-09117FB1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8837-2A8F-DB9B-4F66-6DAAA5A9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86916-6252-1E2C-89CA-CEFF2792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1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F345-5022-3170-9AD7-41F9BA30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43867-DC54-BE02-AC18-5A33AB555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83231-3761-B972-6FC4-C7422292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AD44-63AD-66F5-7F6C-F8C5CC59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DA6D3-E14F-3FA6-1129-A087FABF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6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4B50-17B4-F3B1-2BED-A8CDE193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E8988-F84C-5955-3FB3-AE50D161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C11BC-5C11-EABE-0D94-8CF48DC0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38417-F5BC-5A74-72D0-E1DB7B45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17239-6A71-0B7F-AC4B-C7638A30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2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3A21-D8CA-B313-C37B-BEB92F406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5CB13-605C-1E68-F3F0-4836AE438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C6BBF-A4A3-C008-401D-53FF01F5B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35768-485A-C7D3-0B65-FDF1AB31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F7696-3622-59A3-E2B6-EE8DAF34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9BBF2-54F9-E0CA-D4B2-0710E6C7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6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CEBFD-0910-F69D-0BE0-E2B9F50E6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B18AA-A5DF-1C3C-B823-8949C9F3A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A24E6-6D4A-A030-72AA-82D0E3EE5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D31BC-9F32-4145-642B-7C7D29BBF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74FA2-3080-04A2-7E64-0F2E7B1F3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88E21-44FE-2BAF-7564-52E484DE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7AED7-B6FE-ABA5-7F30-5E90E82B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862524-D2EC-AE1B-9378-33CFFD46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2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55536-3FD6-9C8B-E50B-11DD0D98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7B506-6818-8C98-1C77-91D0B9C2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E30A4-CA44-F647-5DF8-4D7217CB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6D39C-873A-218D-42F0-E40F5C69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54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2BDFD-68D2-91EF-4618-439712A02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CFBCC-149E-C746-7DC7-7F6DB7C9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73E0A-7A20-D9A5-F1E3-97D7EA37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74F1-88EB-24C7-E8EF-5534AD14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774F-C811-CBA2-DAD2-A22EB92D5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9B8F4-9534-1355-AEC9-EAED62655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CED6-06DF-868C-3887-5110ABB6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D5754-EB9D-58D4-9C52-ADC9A3C6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CF93E-74D9-E1A2-E0DF-AD2736C48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6C6-E48C-BD23-7208-755D9D61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A6158D-86AD-20B7-421E-65BC702C6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A7552-B358-B121-55AE-0C61AA72A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D25D5-228F-5228-49F4-C2317230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F4F61-9E83-B7CE-B2CE-C03972D6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1A1B8-3EA2-B229-8489-3F4575F3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7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8FCC-EA8D-1991-B505-82FABD97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C1CCC-48FE-B9EC-6A48-A9DABAA63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B2A80-6BC3-E2B0-ED7E-274A6FC1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D68-5BDD-19F1-D101-1C177F1F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116AD-391E-FFA2-3354-FD86A163E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2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382D0-3257-A20A-CE71-AB1F5AE2D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B52AA-CFB9-9E97-D2B8-B1D0F83A4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10882-8D24-0C78-E14D-6AAB5F8A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303E4-5342-60A0-53BF-A711C72F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9867-143C-DB8F-1809-A807F529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50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B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19691B-C740-89D6-E60E-9A5553AB0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18EED-86D6-5864-3777-D39747110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88023-815F-4A33-972E-D7DD45B4A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87F5A-CAD2-4515-B846-1DC255783869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BC8C1-17C8-D00F-1AF4-E27E03A0D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AD891-79E2-9928-2F76-6A577FE54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778DC-476F-4CD1-A65E-60824327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6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F2A3BF-EEC9-91B8-835B-12A07F603B6E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5CB23-0E89-2B14-2756-730EE5A0BEF2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C64722-3F26-5925-3FA8-7F5E04E42EA8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A0D3C-15E0-23CE-F584-94B585AD5A4F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EA81A9-7541-D0AB-0A77-994A0C160A5F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Citations Management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3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85C6A3-F8FF-31DA-49EF-910046FAF785}"/>
              </a:ext>
            </a:extLst>
          </p:cNvPr>
          <p:cNvSpPr/>
          <p:nvPr/>
        </p:nvSpPr>
        <p:spPr>
          <a:xfrm>
            <a:off x="492369" y="225083"/>
            <a:ext cx="3826412" cy="71745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Schemes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017FE-FA8B-10F7-D5C1-A646112CAAC2}"/>
              </a:ext>
            </a:extLst>
          </p:cNvPr>
          <p:cNvSpPr/>
          <p:nvPr/>
        </p:nvSpPr>
        <p:spPr>
          <a:xfrm>
            <a:off x="5725551" y="225083"/>
            <a:ext cx="6077243" cy="6443003"/>
          </a:xfrm>
          <a:prstGeom prst="rect">
            <a:avLst/>
          </a:prstGeom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908C1A-1ACE-F618-0BE2-CA9D872E64C8}"/>
              </a:ext>
            </a:extLst>
          </p:cNvPr>
          <p:cNvGrpSpPr/>
          <p:nvPr/>
        </p:nvGrpSpPr>
        <p:grpSpPr>
          <a:xfrm>
            <a:off x="6316394" y="661182"/>
            <a:ext cx="4979963" cy="1772529"/>
            <a:chOff x="6316394" y="661182"/>
            <a:chExt cx="4979963" cy="177252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7784EDE-BA8B-26E6-EB83-EC2D0BAF4FE8}"/>
                </a:ext>
              </a:extLst>
            </p:cNvPr>
            <p:cNvSpPr/>
            <p:nvPr/>
          </p:nvSpPr>
          <p:spPr>
            <a:xfrm>
              <a:off x="6316394" y="661182"/>
              <a:ext cx="4979963" cy="1772529"/>
            </a:xfrm>
            <a:prstGeom prst="roundRect">
              <a:avLst/>
            </a:prstGeom>
            <a:ln w="57150">
              <a:solidFill>
                <a:srgbClr val="9FBDA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D6AEF2-8ACB-F427-49D0-5A651AE076A0}"/>
                </a:ext>
              </a:extLst>
            </p:cNvPr>
            <p:cNvSpPr txBox="1"/>
            <p:nvPr/>
          </p:nvSpPr>
          <p:spPr>
            <a:xfrm>
              <a:off x="6555545" y="984738"/>
              <a:ext cx="438912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more information refer to </a:t>
              </a:r>
              <a:r>
                <a:rPr lang="en-US" sz="3200" dirty="0">
                  <a:solidFill>
                    <a:srgbClr val="9FBDA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27D80D-64A1-C219-4BF8-A8040A2DACE4}"/>
              </a:ext>
            </a:extLst>
          </p:cNvPr>
          <p:cNvCxnSpPr>
            <a:stCxn id="6" idx="2"/>
          </p:cNvCxnSpPr>
          <p:nvPr/>
        </p:nvCxnSpPr>
        <p:spPr>
          <a:xfrm flipH="1">
            <a:off x="8792308" y="2433711"/>
            <a:ext cx="14068" cy="1674055"/>
          </a:xfrm>
          <a:prstGeom prst="straightConnector1">
            <a:avLst/>
          </a:prstGeom>
          <a:ln w="57150">
            <a:solidFill>
              <a:srgbClr val="9FBD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D5D974D-ADD5-30C4-F3FD-881E1F7506CF}"/>
              </a:ext>
            </a:extLst>
          </p:cNvPr>
          <p:cNvGrpSpPr/>
          <p:nvPr/>
        </p:nvGrpSpPr>
        <p:grpSpPr>
          <a:xfrm>
            <a:off x="6344529" y="4107766"/>
            <a:ext cx="4923691" cy="2194560"/>
            <a:chOff x="6344529" y="4107766"/>
            <a:chExt cx="4923691" cy="21945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2127C8-DAE4-FE1C-3173-28EA6DBE4F38}"/>
                </a:ext>
              </a:extLst>
            </p:cNvPr>
            <p:cNvSpPr/>
            <p:nvPr/>
          </p:nvSpPr>
          <p:spPr>
            <a:xfrm>
              <a:off x="6344529" y="4107766"/>
              <a:ext cx="4923691" cy="2194560"/>
            </a:xfrm>
            <a:prstGeom prst="rect">
              <a:avLst/>
            </a:prstGeom>
            <a:ln w="57150">
              <a:solidFill>
                <a:srgbClr val="9FBDA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EC05D2-BD51-8F1F-6590-05230E01FF83}"/>
                </a:ext>
              </a:extLst>
            </p:cNvPr>
            <p:cNvSpPr txBox="1"/>
            <p:nvPr/>
          </p:nvSpPr>
          <p:spPr>
            <a:xfrm>
              <a:off x="6555545" y="4236725"/>
              <a:ext cx="4600135" cy="2000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800" dirty="0">
                  <a:solidFill>
                    <a:srgbClr val="9FBDA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D.E.Knuth</a:t>
              </a:r>
              <a:r>
                <a:rPr lang="en-US" sz="2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Typesetting Concrete Mathematics. </a:t>
              </a:r>
              <a:r>
                <a:rPr lang="en-US" sz="2400" dirty="0" err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TUGboat</a:t>
              </a:r>
              <a:r>
                <a:rPr lang="en-US" sz="2400" u="sng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Apr.</a:t>
              </a:r>
              <a:r>
                <a:rPr lang="en-US" sz="2400" dirty="0">
                  <a:solidFill>
                    <a:srgbClr val="9F000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1989.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F65B0650-363E-7B61-9AD5-EF604497346D}"/>
              </a:ext>
            </a:extLst>
          </p:cNvPr>
          <p:cNvSpPr/>
          <p:nvPr/>
        </p:nvSpPr>
        <p:spPr>
          <a:xfrm>
            <a:off x="10649239" y="837028"/>
            <a:ext cx="450167" cy="436099"/>
          </a:xfrm>
          <a:prstGeom prst="ellipse">
            <a:avLst/>
          </a:prstGeom>
          <a:solidFill>
            <a:srgbClr val="9FBDA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A417EE-79C1-98DE-6FFE-8EB2C7CB5D83}"/>
              </a:ext>
            </a:extLst>
          </p:cNvPr>
          <p:cNvSpPr/>
          <p:nvPr/>
        </p:nvSpPr>
        <p:spPr>
          <a:xfrm>
            <a:off x="10649240" y="4293288"/>
            <a:ext cx="450167" cy="436099"/>
          </a:xfrm>
          <a:prstGeom prst="ellipse">
            <a:avLst/>
          </a:prstGeom>
          <a:solidFill>
            <a:srgbClr val="9FBDA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4E2397-4CFE-2CD9-6D8F-8C6E8677196E}"/>
              </a:ext>
            </a:extLst>
          </p:cNvPr>
          <p:cNvGrpSpPr/>
          <p:nvPr/>
        </p:nvGrpSpPr>
        <p:grpSpPr>
          <a:xfrm>
            <a:off x="506441" y="1512277"/>
            <a:ext cx="4698607" cy="5120640"/>
            <a:chOff x="492369" y="1547446"/>
            <a:chExt cx="4698607" cy="512064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84F29EB-7A6D-AB0A-1E65-21400F67B9DA}"/>
                </a:ext>
              </a:extLst>
            </p:cNvPr>
            <p:cNvSpPr/>
            <p:nvPr/>
          </p:nvSpPr>
          <p:spPr>
            <a:xfrm>
              <a:off x="492369" y="1547446"/>
              <a:ext cx="4698607" cy="512064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BA4F8D5-03F1-0D9C-D64E-A803AE9BED04}"/>
                </a:ext>
              </a:extLst>
            </p:cNvPr>
            <p:cNvCxnSpPr>
              <a:stCxn id="17" idx="1"/>
              <a:endCxn id="17" idx="3"/>
            </p:cNvCxnSpPr>
            <p:nvPr/>
          </p:nvCxnSpPr>
          <p:spPr>
            <a:xfrm>
              <a:off x="492369" y="4107766"/>
              <a:ext cx="4698607" cy="0"/>
            </a:xfrm>
            <a:prstGeom prst="line">
              <a:avLst/>
            </a:prstGeom>
            <a:ln w="76200">
              <a:solidFill>
                <a:srgbClr val="9FBD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B903D72D-30CC-9533-6083-AA8997961E1D}"/>
              </a:ext>
            </a:extLst>
          </p:cNvPr>
          <p:cNvSpPr/>
          <p:nvPr/>
        </p:nvSpPr>
        <p:spPr>
          <a:xfrm>
            <a:off x="1878034" y="1766534"/>
            <a:ext cx="1899139" cy="590843"/>
          </a:xfrm>
          <a:prstGeom prst="flowChartTerminator">
            <a:avLst/>
          </a:prstGeom>
          <a:solidFill>
            <a:srgbClr val="9FBDA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cite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505A49A9-DA1D-9DCD-0B20-AA8D28A9753B}"/>
              </a:ext>
            </a:extLst>
          </p:cNvPr>
          <p:cNvSpPr/>
          <p:nvPr/>
        </p:nvSpPr>
        <p:spPr>
          <a:xfrm>
            <a:off x="1892102" y="4270582"/>
            <a:ext cx="1899139" cy="590843"/>
          </a:xfrm>
          <a:prstGeom prst="flowChartTerminator">
            <a:avLst/>
          </a:prstGeom>
          <a:solidFill>
            <a:srgbClr val="9FBDA5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bg1"/>
                </a:solidFill>
              </a:rPr>
              <a:t>natbib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D2421C-E9F1-8EDD-33F5-16B4870D0F1F}"/>
              </a:ext>
            </a:extLst>
          </p:cNvPr>
          <p:cNvGrpSpPr/>
          <p:nvPr/>
        </p:nvGrpSpPr>
        <p:grpSpPr>
          <a:xfrm>
            <a:off x="773723" y="2560320"/>
            <a:ext cx="4185138" cy="1226677"/>
            <a:chOff x="773723" y="2560320"/>
            <a:chExt cx="4185138" cy="122667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C2C5AF-8E68-A9DF-3738-795132CD6712}"/>
                </a:ext>
              </a:extLst>
            </p:cNvPr>
            <p:cNvSpPr txBox="1"/>
            <p:nvPr/>
          </p:nvSpPr>
          <p:spPr>
            <a:xfrm>
              <a:off x="773723" y="2560320"/>
              <a:ext cx="6330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74DFA6-EA9B-D62C-74EF-03AFD7A8C9A1}"/>
                </a:ext>
              </a:extLst>
            </p:cNvPr>
            <p:cNvSpPr txBox="1"/>
            <p:nvPr/>
          </p:nvSpPr>
          <p:spPr>
            <a:xfrm>
              <a:off x="2022232" y="2579651"/>
              <a:ext cx="16670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(1, p.20)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87000A-E86A-3040-A7AB-33D12A5D6A6B}"/>
                </a:ext>
              </a:extLst>
            </p:cNvPr>
            <p:cNvSpPr txBox="1"/>
            <p:nvPr/>
          </p:nvSpPr>
          <p:spPr>
            <a:xfrm>
              <a:off x="1266093" y="3033511"/>
              <a:ext cx="10832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[1-3]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C41836-7BFF-A0AC-5B2C-582BE52653F5}"/>
                </a:ext>
              </a:extLst>
            </p:cNvPr>
            <p:cNvSpPr txBox="1"/>
            <p:nvPr/>
          </p:nvSpPr>
          <p:spPr>
            <a:xfrm>
              <a:off x="2602524" y="3325332"/>
              <a:ext cx="13786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(1, and 2)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6FFD8A-2383-8101-7259-84CF05430872}"/>
                </a:ext>
              </a:extLst>
            </p:cNvPr>
            <p:cNvSpPr txBox="1"/>
            <p:nvPr/>
          </p:nvSpPr>
          <p:spPr>
            <a:xfrm>
              <a:off x="3580228" y="2611633"/>
              <a:ext cx="13786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[1,3,2]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8827349-C63C-BB5F-8950-02E9CF1C3372}"/>
              </a:ext>
            </a:extLst>
          </p:cNvPr>
          <p:cNvGrpSpPr/>
          <p:nvPr/>
        </p:nvGrpSpPr>
        <p:grpSpPr>
          <a:xfrm>
            <a:off x="594357" y="5017172"/>
            <a:ext cx="4870942" cy="1573274"/>
            <a:chOff x="594357" y="5017172"/>
            <a:chExt cx="4870942" cy="157327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E5C919-6ED8-DC7B-8899-7E66BCE7CC03}"/>
                </a:ext>
              </a:extLst>
            </p:cNvPr>
            <p:cNvSpPr txBox="1"/>
            <p:nvPr/>
          </p:nvSpPr>
          <p:spPr>
            <a:xfrm>
              <a:off x="594357" y="5017172"/>
              <a:ext cx="2595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Donald E. Knuth [1986]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3C0CEB3-C29E-CA31-124F-CC53132763A8}"/>
                </a:ext>
              </a:extLst>
            </p:cNvPr>
            <p:cNvSpPr txBox="1"/>
            <p:nvPr/>
          </p:nvSpPr>
          <p:spPr>
            <a:xfrm>
              <a:off x="2201594" y="5418486"/>
              <a:ext cx="3263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[see Donald E. Knuth, 1986]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822D49-F719-6445-ECCE-736CBBA4344A}"/>
                </a:ext>
              </a:extLst>
            </p:cNvPr>
            <p:cNvSpPr txBox="1"/>
            <p:nvPr/>
          </p:nvSpPr>
          <p:spPr>
            <a:xfrm>
              <a:off x="675250" y="5819800"/>
              <a:ext cx="33973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Donald E. Knuth [1986, Chap.5]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3F510F-C8D5-EC70-B61E-4A5D8F7B2D44}"/>
                </a:ext>
              </a:extLst>
            </p:cNvPr>
            <p:cNvSpPr txBox="1"/>
            <p:nvPr/>
          </p:nvSpPr>
          <p:spPr>
            <a:xfrm>
              <a:off x="2180495" y="6221114"/>
              <a:ext cx="26095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Donald E. Knuth [1]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803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005A35-1268-4712-B352-48F8DD2A77B9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257503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105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14</cp:revision>
  <dcterms:created xsi:type="dcterms:W3CDTF">2023-10-06T21:07:31Z</dcterms:created>
  <dcterms:modified xsi:type="dcterms:W3CDTF">2023-10-17T13:15:01Z</dcterms:modified>
</cp:coreProperties>
</file>