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ACA3"/>
    <a:srgbClr val="0C1446"/>
    <a:srgbClr val="008080"/>
    <a:srgbClr val="3C6C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3047A-2565-B896-3689-A71CF6ADAD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0FA9A8-F3EC-0E80-35F9-DDDCCDC18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E19E8-9A48-2626-A8A6-959446F04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2605-6565-4BFA-8C3A-A8C55B0A3F7B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58F13-608C-5E3B-1EDC-6D4C4EC9A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8AAB7-881F-7D8D-C394-F1C74252A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FE560-F82E-44B0-9A54-87EBF1DDB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249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557BA-484C-1658-1EFA-B69FA63C6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EC0FB-3D07-C08B-B88E-6AFA05806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32E59-E623-F665-CC51-73FB91E76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2605-6565-4BFA-8C3A-A8C55B0A3F7B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80443-5BC4-4AA9-3162-2E98383F4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DDDC4-BCF7-B8B4-29F5-B071E3ADB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FE560-F82E-44B0-9A54-87EBF1DDB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596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2784D-10C4-7836-CFF8-8443BA6CE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37533-DDD8-C8FB-BB11-BA4A9BDA5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0338C-7724-596B-9C49-6D46DD751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2605-6565-4BFA-8C3A-A8C55B0A3F7B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04BE0-20B4-9503-A5C3-9EA38FC8E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A5500-425B-EB97-3651-A513F697C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FE560-F82E-44B0-9A54-87EBF1DDB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548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00BE4-E093-CD0D-8988-20737B7C9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BC3CF-102B-D60C-FB23-FC7C51E64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ADE08A-8DDD-E90D-F175-F1689C4F5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7228A-690F-7B2F-FC22-E42CF65EB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2605-6565-4BFA-8C3A-A8C55B0A3F7B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B8368-B1DC-54DB-4A51-528203F7A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A6246-D41F-F74B-7DFA-35A38B599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FE560-F82E-44B0-9A54-87EBF1DDB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598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1AD20-766A-ACBE-1EE2-25AAA6B47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BF2630-1346-AD75-9533-10A108290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B70E3D-9817-0185-A269-D08F94436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F8F363-F1C1-308F-D85A-599A2A3624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18177A-CFE6-6B84-1E66-79AD9BEC88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254211-6BD9-C1E6-8FF1-5A20E723F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2605-6565-4BFA-8C3A-A8C55B0A3F7B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7759D-9C7D-BF7E-AB96-E0BF307AB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145F1-E982-CF6C-BD43-7F2C2AB64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FE560-F82E-44B0-9A54-87EBF1DDB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408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04709-944C-A9C0-366F-01186F98C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F1DA2-54F3-8D6F-CE8A-297828CE1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2605-6565-4BFA-8C3A-A8C55B0A3F7B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A9F72-1D10-1709-B8A7-811A0398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FBCA02-C5C2-11D6-DB11-7222B95BC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FE560-F82E-44B0-9A54-87EBF1DDB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56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2A6AB2-7425-2466-D478-17086D54D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2605-6565-4BFA-8C3A-A8C55B0A3F7B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A06F40-DEAB-D7D1-6154-E6AB758A5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D01D7-0B69-C6D1-3449-F073C716C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FE560-F82E-44B0-9A54-87EBF1DDB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191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97B81-B40D-6C4C-4DB9-5366982F4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54481-F45E-AEA7-FDE9-E7DE3FD9F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F02FAF-8CFE-1588-7FE9-0462AA18C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E44EA-D1CD-E85C-C3DC-B1FCD3646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2605-6565-4BFA-8C3A-A8C55B0A3F7B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F3446-FAA9-C6A4-847E-C6A0087C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8350C3-E262-116A-C0C9-4CDE8F8C2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FE560-F82E-44B0-9A54-87EBF1DDB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52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FAAA7-B448-532D-2C83-26CB4DCD2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A8F85E-486E-7A6A-6769-252A39C059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1BA63-1E27-F10C-FE67-D3B257FDF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79953-5ED1-C1C4-578F-286DE8404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2605-6565-4BFA-8C3A-A8C55B0A3F7B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3CA8B-4EA8-0783-5467-524967BD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938E6-3D5D-2667-22E2-ECC5CF54F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FE560-F82E-44B0-9A54-87EBF1DDB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989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3B321-64B2-8FE1-8784-D7CD01415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45C19-7035-39FD-EB84-471842529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AA08F-61D8-298D-072B-835B7D2CC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2605-6565-4BFA-8C3A-A8C55B0A3F7B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B06E7-9E10-AD00-C702-129CE7BE4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1A039-C6C4-81F3-E0C3-321DE09B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FE560-F82E-44B0-9A54-87EBF1DDB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13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9D049B-E12A-2CB9-15F6-44F3D873C9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F9775A-BD1A-6370-4970-78E78C47FD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6DD27-30AF-9FD3-8405-FA374BB90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2605-6565-4BFA-8C3A-A8C55B0A3F7B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B51D9-D1B6-F66C-0DAE-8A99124A8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0928F-76CB-2525-0BC4-54FEFC982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FE560-F82E-44B0-9A54-87EBF1DDB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960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AC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F8E21E-2416-6AB2-BFAB-9FC190B1F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7AF906-6337-AC10-B30F-519E77F52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C06B8-0FF8-E08F-7905-C0DB8A952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72605-6565-4BFA-8C3A-A8C55B0A3F7B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CEEC7-8302-58E1-065E-A659515AD1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D6160-DAB8-B39B-12A6-7358B77F2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FFE560-F82E-44B0-9A54-87EBF1DDB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57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3C49F1-C463-8BAC-C5C7-30A8EF056B5B}"/>
              </a:ext>
            </a:extLst>
          </p:cNvPr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3BF70F-7BF1-B752-CDD8-BF8288101775}"/>
              </a:ext>
            </a:extLst>
          </p:cNvPr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1967DEB-5567-CEAB-26D4-217F88FE718D}"/>
              </a:ext>
            </a:extLst>
          </p:cNvPr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E051DA-B63A-15AB-C8B1-BBB6706A1846}"/>
              </a:ext>
            </a:extLst>
          </p:cNvPr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4F53D3-1F92-CFF0-F69B-7133D4A0D971}"/>
              </a:ext>
            </a:extLst>
          </p:cNvPr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User-defined Macros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723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80EE837-3EC4-5DB4-2700-E2311A139889}"/>
              </a:ext>
            </a:extLst>
          </p:cNvPr>
          <p:cNvSpPr/>
          <p:nvPr/>
        </p:nvSpPr>
        <p:spPr>
          <a:xfrm>
            <a:off x="407961" y="239148"/>
            <a:ext cx="4628271" cy="64711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Structuring New Commands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EEB604-9378-DBFB-3F60-4EA175E1919C}"/>
              </a:ext>
            </a:extLst>
          </p:cNvPr>
          <p:cNvSpPr/>
          <p:nvPr/>
        </p:nvSpPr>
        <p:spPr>
          <a:xfrm>
            <a:off x="1603718" y="1209819"/>
            <a:ext cx="4009292" cy="543012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89CCBAE-2661-D052-C2F5-382E1FCD3401}"/>
              </a:ext>
            </a:extLst>
          </p:cNvPr>
          <p:cNvGrpSpPr/>
          <p:nvPr/>
        </p:nvGrpSpPr>
        <p:grpSpPr>
          <a:xfrm>
            <a:off x="2064435" y="2924319"/>
            <a:ext cx="3671668" cy="1635470"/>
            <a:chOff x="2792436" y="1831760"/>
            <a:chExt cx="3671668" cy="156966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A242360-E619-6380-20B8-6D0900D7DAF4}"/>
                </a:ext>
              </a:extLst>
            </p:cNvPr>
            <p:cNvSpPr/>
            <p:nvPr/>
          </p:nvSpPr>
          <p:spPr>
            <a:xfrm>
              <a:off x="2792436" y="1831760"/>
              <a:ext cx="3186333" cy="1569660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65FC892-5F7A-15B3-73AA-44EE4AA18DE8}"/>
                </a:ext>
              </a:extLst>
            </p:cNvPr>
            <p:cNvSpPr txBox="1"/>
            <p:nvPr/>
          </p:nvSpPr>
          <p:spPr>
            <a:xfrm>
              <a:off x="3017520" y="1862300"/>
              <a:ext cx="3446584" cy="1506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           </a:t>
              </a:r>
              <a:r>
                <a:rPr lang="en-US" sz="2400" b="1" u="sng" dirty="0"/>
                <a:t>Routine</a:t>
              </a:r>
            </a:p>
            <a:p>
              <a:r>
                <a:rPr lang="en-US" sz="2400" dirty="0"/>
                <a:t>\command{} </a:t>
              </a:r>
            </a:p>
            <a:p>
              <a:r>
                <a:rPr lang="en-US" sz="2400" dirty="0"/>
                <a:t>\formatting </a:t>
              </a:r>
            </a:p>
            <a:p>
              <a:r>
                <a:rPr lang="en-US" sz="2400" dirty="0"/>
                <a:t>Text (Frequently used) 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F85F733-668C-A531-9DC7-FF37CF95F40F}"/>
              </a:ext>
            </a:extLst>
          </p:cNvPr>
          <p:cNvGrpSpPr/>
          <p:nvPr/>
        </p:nvGrpSpPr>
        <p:grpSpPr>
          <a:xfrm>
            <a:off x="2064435" y="4763672"/>
            <a:ext cx="3671668" cy="1640380"/>
            <a:chOff x="2792436" y="1831760"/>
            <a:chExt cx="3671668" cy="156966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916AF5F-A992-7BC1-8C8E-0E180F5EF28B}"/>
                </a:ext>
              </a:extLst>
            </p:cNvPr>
            <p:cNvSpPr/>
            <p:nvPr/>
          </p:nvSpPr>
          <p:spPr>
            <a:xfrm>
              <a:off x="2792436" y="1831760"/>
              <a:ext cx="3186333" cy="1569660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241EE67-F61D-4281-FA69-D6704CF2DB24}"/>
                </a:ext>
              </a:extLst>
            </p:cNvPr>
            <p:cNvSpPr txBox="1"/>
            <p:nvPr/>
          </p:nvSpPr>
          <p:spPr>
            <a:xfrm>
              <a:off x="3017520" y="1862300"/>
              <a:ext cx="3446584" cy="15019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           </a:t>
              </a:r>
              <a:r>
                <a:rPr lang="en-US" sz="2400" b="1" u="sng" dirty="0"/>
                <a:t>Routine</a:t>
              </a:r>
            </a:p>
            <a:p>
              <a:r>
                <a:rPr lang="en-US" sz="2400" dirty="0"/>
                <a:t>\command{} </a:t>
              </a:r>
            </a:p>
            <a:p>
              <a:r>
                <a:rPr lang="en-US" sz="2400" dirty="0"/>
                <a:t>\formatting </a:t>
              </a:r>
            </a:p>
            <a:p>
              <a:r>
                <a:rPr lang="en-US" sz="2400" dirty="0"/>
                <a:t>Text (Frequently used)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475BCD1D-BC99-1B1F-3475-1FB546200192}"/>
              </a:ext>
            </a:extLst>
          </p:cNvPr>
          <p:cNvSpPr/>
          <p:nvPr/>
        </p:nvSpPr>
        <p:spPr>
          <a:xfrm>
            <a:off x="2064435" y="1491174"/>
            <a:ext cx="3186333" cy="68931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Define it once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F8C1620-AF3B-B98C-F284-BC04159E6872}"/>
              </a:ext>
            </a:extLst>
          </p:cNvPr>
          <p:cNvCxnSpPr>
            <a:stCxn id="12" idx="3"/>
          </p:cNvCxnSpPr>
          <p:nvPr/>
        </p:nvCxnSpPr>
        <p:spPr>
          <a:xfrm flipV="1">
            <a:off x="5250768" y="1814730"/>
            <a:ext cx="1740877" cy="211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4E56629-DB3D-9A2F-2CBA-5F8C32EEAC2D}"/>
              </a:ext>
            </a:extLst>
          </p:cNvPr>
          <p:cNvSpPr/>
          <p:nvPr/>
        </p:nvSpPr>
        <p:spPr>
          <a:xfrm>
            <a:off x="6991645" y="1491174"/>
            <a:ext cx="4149970" cy="689316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\</a:t>
            </a:r>
            <a:r>
              <a:rPr lang="en-US" sz="2400" dirty="0" err="1"/>
              <a:t>newcommand</a:t>
            </a:r>
            <a:r>
              <a:rPr lang="en-US" sz="2400" dirty="0"/>
              <a:t>{\</a:t>
            </a:r>
            <a:r>
              <a:rPr lang="en-US" sz="2400" i="1" dirty="0"/>
              <a:t>name</a:t>
            </a:r>
            <a:r>
              <a:rPr lang="en-US" sz="2400" dirty="0"/>
              <a:t>}{</a:t>
            </a:r>
            <a:r>
              <a:rPr lang="en-US" sz="2000" b="1" u="sng" dirty="0"/>
              <a:t>Routine</a:t>
            </a:r>
            <a:r>
              <a:rPr lang="en-US" sz="2400" dirty="0"/>
              <a:t>}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FF8A977-A9B8-E3BF-F830-A95C66469204}"/>
              </a:ext>
            </a:extLst>
          </p:cNvPr>
          <p:cNvCxnSpPr>
            <a:cxnSpLocks/>
          </p:cNvCxnSpPr>
          <p:nvPr/>
        </p:nvCxnSpPr>
        <p:spPr>
          <a:xfrm>
            <a:off x="9066630" y="2199538"/>
            <a:ext cx="0" cy="506437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E80D7D6-A7D1-2ED3-8A52-38F63DE422BB}"/>
              </a:ext>
            </a:extLst>
          </p:cNvPr>
          <p:cNvGrpSpPr/>
          <p:nvPr/>
        </p:nvGrpSpPr>
        <p:grpSpPr>
          <a:xfrm>
            <a:off x="6991645" y="2686925"/>
            <a:ext cx="4149970" cy="3953023"/>
            <a:chOff x="6991645" y="2686925"/>
            <a:chExt cx="4149970" cy="395302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A1BA134-C498-203B-99A9-032443926862}"/>
                </a:ext>
              </a:extLst>
            </p:cNvPr>
            <p:cNvSpPr/>
            <p:nvPr/>
          </p:nvSpPr>
          <p:spPr>
            <a:xfrm>
              <a:off x="6991645" y="2686927"/>
              <a:ext cx="4149970" cy="39530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61262ED-828B-601D-AFFB-C962DF160D9C}"/>
                </a:ext>
              </a:extLst>
            </p:cNvPr>
            <p:cNvSpPr/>
            <p:nvPr/>
          </p:nvSpPr>
          <p:spPr>
            <a:xfrm>
              <a:off x="7990451" y="2686925"/>
              <a:ext cx="2166425" cy="36078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Use it Repeatedly 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E9320B7-660C-0DA4-A20E-89EFDBC74363}"/>
              </a:ext>
            </a:extLst>
          </p:cNvPr>
          <p:cNvGrpSpPr/>
          <p:nvPr/>
        </p:nvGrpSpPr>
        <p:grpSpPr>
          <a:xfrm>
            <a:off x="7195629" y="3449088"/>
            <a:ext cx="3742002" cy="755659"/>
            <a:chOff x="7800538" y="4124337"/>
            <a:chExt cx="3742002" cy="755659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CE66575-C0D5-0559-4674-10171C6AF398}"/>
                </a:ext>
              </a:extLst>
            </p:cNvPr>
            <p:cNvGrpSpPr/>
            <p:nvPr/>
          </p:nvGrpSpPr>
          <p:grpSpPr>
            <a:xfrm>
              <a:off x="7800538" y="4124337"/>
              <a:ext cx="3742002" cy="755659"/>
              <a:chOff x="7800538" y="4124336"/>
              <a:chExt cx="3742002" cy="1247017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DE2AA44C-EB47-6F42-D23B-CC8C09823B6F}"/>
                  </a:ext>
                </a:extLst>
              </p:cNvPr>
              <p:cNvSpPr/>
              <p:nvPr/>
            </p:nvSpPr>
            <p:spPr>
              <a:xfrm>
                <a:off x="7800538" y="4124336"/>
                <a:ext cx="3742002" cy="1247017"/>
              </a:xfrm>
              <a:prstGeom prst="round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68DDB7D6-1E70-D04B-7907-DF3E243D643C}"/>
                  </a:ext>
                </a:extLst>
              </p:cNvPr>
              <p:cNvCxnSpPr>
                <a:stCxn id="24" idx="0"/>
                <a:endCxn id="24" idx="2"/>
              </p:cNvCxnSpPr>
              <p:nvPr/>
            </p:nvCxnSpPr>
            <p:spPr>
              <a:xfrm>
                <a:off x="9671539" y="4124336"/>
                <a:ext cx="0" cy="1247017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0FEA376-B756-4D38-A006-BA313405129B}"/>
                </a:ext>
              </a:extLst>
            </p:cNvPr>
            <p:cNvSpPr txBox="1"/>
            <p:nvPr/>
          </p:nvSpPr>
          <p:spPr>
            <a:xfrm>
              <a:off x="8074855" y="4233257"/>
              <a:ext cx="14478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\name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1DE7984-D870-0712-B25C-457B9A72CAA9}"/>
                </a:ext>
              </a:extLst>
            </p:cNvPr>
            <p:cNvSpPr txBox="1"/>
            <p:nvPr/>
          </p:nvSpPr>
          <p:spPr>
            <a:xfrm>
              <a:off x="9896620" y="4223505"/>
              <a:ext cx="16459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u="sng" dirty="0"/>
                <a:t>Routine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79507AC-1092-800C-B40E-E60AB6F8956D}"/>
              </a:ext>
            </a:extLst>
          </p:cNvPr>
          <p:cNvGrpSpPr/>
          <p:nvPr/>
        </p:nvGrpSpPr>
        <p:grpSpPr>
          <a:xfrm>
            <a:off x="7202662" y="4528225"/>
            <a:ext cx="3742002" cy="755659"/>
            <a:chOff x="7800538" y="4124337"/>
            <a:chExt cx="3742002" cy="755659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3AF345D-F431-D493-C53C-CC8E9AEF6DDF}"/>
                </a:ext>
              </a:extLst>
            </p:cNvPr>
            <p:cNvGrpSpPr/>
            <p:nvPr/>
          </p:nvGrpSpPr>
          <p:grpSpPr>
            <a:xfrm>
              <a:off x="7800538" y="4124337"/>
              <a:ext cx="3742002" cy="755659"/>
              <a:chOff x="7800538" y="4124336"/>
              <a:chExt cx="3742002" cy="1247017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E6E55572-3188-0240-DF78-947DE9343690}"/>
                  </a:ext>
                </a:extLst>
              </p:cNvPr>
              <p:cNvSpPr/>
              <p:nvPr/>
            </p:nvSpPr>
            <p:spPr>
              <a:xfrm>
                <a:off x="7800538" y="4124336"/>
                <a:ext cx="3742002" cy="1247017"/>
              </a:xfrm>
              <a:prstGeom prst="round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A018410C-E5E7-DDF5-B815-76C3AD8610CF}"/>
                  </a:ext>
                </a:extLst>
              </p:cNvPr>
              <p:cNvCxnSpPr>
                <a:stCxn id="36" idx="0"/>
                <a:endCxn id="36" idx="2"/>
              </p:cNvCxnSpPr>
              <p:nvPr/>
            </p:nvCxnSpPr>
            <p:spPr>
              <a:xfrm>
                <a:off x="9671539" y="4124336"/>
                <a:ext cx="0" cy="1247017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DB4A7C6-DD45-3437-D17A-4BC0A08100FD}"/>
                </a:ext>
              </a:extLst>
            </p:cNvPr>
            <p:cNvSpPr txBox="1"/>
            <p:nvPr/>
          </p:nvSpPr>
          <p:spPr>
            <a:xfrm>
              <a:off x="8074855" y="4233257"/>
              <a:ext cx="14478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\name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F4A12EA-CAEA-1F4F-D325-3BDF6B6B8EC5}"/>
                </a:ext>
              </a:extLst>
            </p:cNvPr>
            <p:cNvSpPr txBox="1"/>
            <p:nvPr/>
          </p:nvSpPr>
          <p:spPr>
            <a:xfrm>
              <a:off x="9896620" y="4223505"/>
              <a:ext cx="16459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u="sng" dirty="0"/>
                <a:t>Routine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45E038A-4A14-4C5D-43DF-E26292765E1A}"/>
              </a:ext>
            </a:extLst>
          </p:cNvPr>
          <p:cNvGrpSpPr/>
          <p:nvPr/>
        </p:nvGrpSpPr>
        <p:grpSpPr>
          <a:xfrm>
            <a:off x="7202662" y="5607253"/>
            <a:ext cx="3742002" cy="755659"/>
            <a:chOff x="7800538" y="4124337"/>
            <a:chExt cx="3742002" cy="755659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B18CD27-BDD0-D0B6-924B-1C49A31FD5D7}"/>
                </a:ext>
              </a:extLst>
            </p:cNvPr>
            <p:cNvGrpSpPr/>
            <p:nvPr/>
          </p:nvGrpSpPr>
          <p:grpSpPr>
            <a:xfrm>
              <a:off x="7800538" y="4124337"/>
              <a:ext cx="3742002" cy="755659"/>
              <a:chOff x="7800538" y="4124336"/>
              <a:chExt cx="3742002" cy="1247017"/>
            </a:xfrm>
          </p:grpSpPr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AABE7B96-47C6-8E7C-B6CF-1A17564A70AA}"/>
                  </a:ext>
                </a:extLst>
              </p:cNvPr>
              <p:cNvSpPr/>
              <p:nvPr/>
            </p:nvSpPr>
            <p:spPr>
              <a:xfrm>
                <a:off x="7800538" y="4124336"/>
                <a:ext cx="3742002" cy="1247017"/>
              </a:xfrm>
              <a:prstGeom prst="round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C48EE20E-46CB-D01A-1D6B-6E2D3EB65F3B}"/>
                  </a:ext>
                </a:extLst>
              </p:cNvPr>
              <p:cNvCxnSpPr>
                <a:stCxn id="42" idx="0"/>
                <a:endCxn id="42" idx="2"/>
              </p:cNvCxnSpPr>
              <p:nvPr/>
            </p:nvCxnSpPr>
            <p:spPr>
              <a:xfrm>
                <a:off x="9671539" y="4124336"/>
                <a:ext cx="0" cy="1247017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542769-84EF-25A3-64B0-E4FEEEA5C84E}"/>
                </a:ext>
              </a:extLst>
            </p:cNvPr>
            <p:cNvSpPr txBox="1"/>
            <p:nvPr/>
          </p:nvSpPr>
          <p:spPr>
            <a:xfrm>
              <a:off x="8074855" y="4233257"/>
              <a:ext cx="14478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\name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2703421-A489-4B68-04AC-EFA4994F9161}"/>
                </a:ext>
              </a:extLst>
            </p:cNvPr>
            <p:cNvSpPr txBox="1"/>
            <p:nvPr/>
          </p:nvSpPr>
          <p:spPr>
            <a:xfrm>
              <a:off x="9896620" y="4223505"/>
              <a:ext cx="16459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u="sng" dirty="0"/>
                <a:t>Routine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390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C6A12E-251B-5CB0-B6D8-625D53C3648F}"/>
              </a:ext>
            </a:extLst>
          </p:cNvPr>
          <p:cNvSpPr/>
          <p:nvPr/>
        </p:nvSpPr>
        <p:spPr>
          <a:xfrm>
            <a:off x="520506" y="323556"/>
            <a:ext cx="5852162" cy="64711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Commands with Mandatory  Arguments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381D08F-8055-6B3B-283C-52770AE2584E}"/>
              </a:ext>
            </a:extLst>
          </p:cNvPr>
          <p:cNvGrpSpPr/>
          <p:nvPr/>
        </p:nvGrpSpPr>
        <p:grpSpPr>
          <a:xfrm>
            <a:off x="6295293" y="1617785"/>
            <a:ext cx="4867422" cy="647114"/>
            <a:chOff x="1392702" y="1505243"/>
            <a:chExt cx="4867422" cy="64711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A9AB530-C971-5C66-7717-C684AA610888}"/>
                </a:ext>
              </a:extLst>
            </p:cNvPr>
            <p:cNvSpPr/>
            <p:nvPr/>
          </p:nvSpPr>
          <p:spPr>
            <a:xfrm>
              <a:off x="1392702" y="1505243"/>
              <a:ext cx="4867422" cy="647114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This is the      of sentence. 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F071CF2-ABFC-FAD5-B5A6-6F824621E6D1}"/>
                </a:ext>
              </a:extLst>
            </p:cNvPr>
            <p:cNvSpPr/>
            <p:nvPr/>
          </p:nvSpPr>
          <p:spPr>
            <a:xfrm>
              <a:off x="3495822" y="1702190"/>
              <a:ext cx="295421" cy="30949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68D9534-4E4D-6DAC-A46F-E3456AB8809E}"/>
              </a:ext>
            </a:extLst>
          </p:cNvPr>
          <p:cNvGrpSpPr/>
          <p:nvPr/>
        </p:nvGrpSpPr>
        <p:grpSpPr>
          <a:xfrm>
            <a:off x="1114866" y="1617785"/>
            <a:ext cx="3798277" cy="647114"/>
            <a:chOff x="1069144" y="1617785"/>
            <a:chExt cx="3798277" cy="647114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31A8698-5ABA-5B6E-3A3D-1637AD438AC5}"/>
                </a:ext>
              </a:extLst>
            </p:cNvPr>
            <p:cNvSpPr/>
            <p:nvPr/>
          </p:nvSpPr>
          <p:spPr>
            <a:xfrm>
              <a:off x="1069144" y="1617785"/>
              <a:ext cx="3798277" cy="647114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\sentence{     }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D176484-B645-1917-A978-7F5747723A26}"/>
                </a:ext>
              </a:extLst>
            </p:cNvPr>
            <p:cNvSpPr/>
            <p:nvPr/>
          </p:nvSpPr>
          <p:spPr>
            <a:xfrm>
              <a:off x="3535681" y="1814732"/>
              <a:ext cx="295421" cy="30949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78921BA-AF28-BD08-2130-6EF5A3C35108}"/>
              </a:ext>
            </a:extLst>
          </p:cNvPr>
          <p:cNvGrpSpPr/>
          <p:nvPr/>
        </p:nvGrpSpPr>
        <p:grpSpPr>
          <a:xfrm>
            <a:off x="3581403" y="2499210"/>
            <a:ext cx="1994093" cy="461665"/>
            <a:chOff x="3581403" y="2499210"/>
            <a:chExt cx="1994093" cy="46166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F2805F8-0DDA-A880-3FEE-59713C588D96}"/>
                </a:ext>
              </a:extLst>
            </p:cNvPr>
            <p:cNvSpPr/>
            <p:nvPr/>
          </p:nvSpPr>
          <p:spPr>
            <a:xfrm>
              <a:off x="3581403" y="2588457"/>
              <a:ext cx="295421" cy="30949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4350CE3-6FB5-0D40-00BD-1C4B53C329CD}"/>
                    </a:ext>
                  </a:extLst>
                </p:cNvPr>
                <p:cNvSpPr txBox="1"/>
                <p:nvPr/>
              </p:nvSpPr>
              <p:spPr>
                <a:xfrm>
                  <a:off x="3978834" y="2514600"/>
                  <a:ext cx="349455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4350CE3-6FB5-0D40-00BD-1C4B53C329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8834" y="2514600"/>
                  <a:ext cx="349455" cy="43088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0739A8E-0E62-5099-A7AC-5CB09DACF7DC}"/>
                </a:ext>
              </a:extLst>
            </p:cNvPr>
            <p:cNvSpPr txBox="1"/>
            <p:nvPr/>
          </p:nvSpPr>
          <p:spPr>
            <a:xfrm>
              <a:off x="4309400" y="2499210"/>
              <a:ext cx="1266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output</a:t>
              </a: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800D2AE-6620-2389-3E96-B378AA6813A4}"/>
              </a:ext>
            </a:extLst>
          </p:cNvPr>
          <p:cNvCxnSpPr>
            <a:cxnSpLocks/>
          </p:cNvCxnSpPr>
          <p:nvPr/>
        </p:nvCxnSpPr>
        <p:spPr>
          <a:xfrm>
            <a:off x="5345723" y="2743203"/>
            <a:ext cx="157558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D4802D3-9272-C7A8-B032-7350951DA423}"/>
              </a:ext>
            </a:extLst>
          </p:cNvPr>
          <p:cNvSpPr/>
          <p:nvPr/>
        </p:nvSpPr>
        <p:spPr>
          <a:xfrm>
            <a:off x="7015090" y="2453301"/>
            <a:ext cx="4166380" cy="553482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This is the output of sentence.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25EA1BD-7994-297D-9F9B-CE1C153B28BA}"/>
              </a:ext>
            </a:extLst>
          </p:cNvPr>
          <p:cNvCxnSpPr>
            <a:stCxn id="8" idx="3"/>
            <a:endCxn id="5" idx="1"/>
          </p:cNvCxnSpPr>
          <p:nvPr/>
        </p:nvCxnSpPr>
        <p:spPr>
          <a:xfrm>
            <a:off x="4913143" y="1941342"/>
            <a:ext cx="138215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17FE851-9BFB-D156-C14E-DC40D77198C4}"/>
              </a:ext>
            </a:extLst>
          </p:cNvPr>
          <p:cNvGrpSpPr/>
          <p:nvPr/>
        </p:nvGrpSpPr>
        <p:grpSpPr>
          <a:xfrm>
            <a:off x="903850" y="4656413"/>
            <a:ext cx="5496950" cy="1927272"/>
            <a:chOff x="1114865" y="3770143"/>
            <a:chExt cx="5392030" cy="1927272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F47CC00C-A927-CAB9-851D-B96FD062D069}"/>
                </a:ext>
              </a:extLst>
            </p:cNvPr>
            <p:cNvSpPr/>
            <p:nvPr/>
          </p:nvSpPr>
          <p:spPr>
            <a:xfrm>
              <a:off x="1114865" y="3770143"/>
              <a:ext cx="5257803" cy="1927272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B2DF197-302E-1E55-C2EC-67EB2D8326F7}"/>
                </a:ext>
              </a:extLst>
            </p:cNvPr>
            <p:cNvSpPr txBox="1"/>
            <p:nvPr/>
          </p:nvSpPr>
          <p:spPr>
            <a:xfrm>
              <a:off x="1276058" y="3823442"/>
              <a:ext cx="5230837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9F0003"/>
                  </a:solidFill>
                  <a:effectLst/>
                </a:rPr>
                <a:t>\</a:t>
              </a:r>
              <a:r>
                <a:rPr lang="en-US" sz="2800" dirty="0" err="1">
                  <a:solidFill>
                    <a:srgbClr val="9F0003"/>
                  </a:solidFill>
                  <a:effectLst/>
                </a:rPr>
                <a:t>newcommand</a:t>
              </a:r>
              <a:r>
                <a:rPr lang="en-US" sz="2800" dirty="0">
                  <a:solidFill>
                    <a:srgbClr val="9F0003"/>
                  </a:solidFill>
                  <a:effectLst/>
                </a:rPr>
                <a:t>{</a:t>
              </a:r>
              <a:r>
                <a:rPr lang="en-US" sz="2800" dirty="0">
                  <a:effectLst/>
                </a:rPr>
                <a:t>\</a:t>
              </a:r>
              <a:r>
                <a:rPr lang="en-US" sz="2800" dirty="0" err="1">
                  <a:effectLst/>
                </a:rPr>
                <a:t>newcmd</a:t>
              </a:r>
              <a:r>
                <a:rPr lang="en-US" sz="2800" dirty="0">
                  <a:solidFill>
                    <a:srgbClr val="9F0003"/>
                  </a:solidFill>
                  <a:effectLst/>
                </a:rPr>
                <a:t>}[</a:t>
              </a:r>
              <a:r>
                <a:rPr lang="en-US" sz="2800" dirty="0" err="1">
                  <a:effectLst/>
                </a:rPr>
                <a:t>Nums</a:t>
              </a:r>
              <a:r>
                <a:rPr lang="en-US" sz="2800" dirty="0">
                  <a:solidFill>
                    <a:srgbClr val="9F0003"/>
                  </a:solidFill>
                  <a:effectLst/>
                </a:rPr>
                <a:t>]{</a:t>
              </a:r>
            </a:p>
            <a:p>
              <a:r>
                <a:rPr lang="en-US" sz="2800" dirty="0">
                  <a:solidFill>
                    <a:srgbClr val="9F0003"/>
                  </a:solidFill>
                </a:rPr>
                <a:t>      </a:t>
              </a:r>
              <a:r>
                <a:rPr lang="en-US" sz="2800" dirty="0"/>
                <a:t>Content with Argument                                                                                          Placement in form (#No)</a:t>
              </a:r>
            </a:p>
            <a:p>
              <a:r>
                <a:rPr lang="en-US" sz="2800" dirty="0">
                  <a:solidFill>
                    <a:srgbClr val="9F0003"/>
                  </a:solidFill>
                  <a:effectLst/>
                </a:rPr>
                <a:t>}</a:t>
              </a:r>
              <a:endParaRPr lang="en-US" sz="280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E22AFF2-8B45-597D-E52A-8937B2B28D22}"/>
              </a:ext>
            </a:extLst>
          </p:cNvPr>
          <p:cNvGrpSpPr/>
          <p:nvPr/>
        </p:nvGrpSpPr>
        <p:grpSpPr>
          <a:xfrm>
            <a:off x="4410226" y="3574708"/>
            <a:ext cx="2219171" cy="1271619"/>
            <a:chOff x="4621241" y="3293348"/>
            <a:chExt cx="2219171" cy="1271619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40533CA-8A8A-B4D3-8D97-484F01B2FF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0827" y="3938954"/>
              <a:ext cx="0" cy="62601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7AD34E0-74E7-6405-E11C-E2C6744D0E76}"/>
                </a:ext>
              </a:extLst>
            </p:cNvPr>
            <p:cNvSpPr/>
            <p:nvPr/>
          </p:nvSpPr>
          <p:spPr>
            <a:xfrm>
              <a:off x="4621241" y="3293348"/>
              <a:ext cx="2219171" cy="626013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Number of Arguments – Max. 9</a:t>
              </a:r>
            </a:p>
          </p:txBody>
        </p: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04FB3A2-2758-23B4-53FA-2B78FD13105F}"/>
              </a:ext>
            </a:extLst>
          </p:cNvPr>
          <p:cNvCxnSpPr/>
          <p:nvPr/>
        </p:nvCxnSpPr>
        <p:spPr>
          <a:xfrm>
            <a:off x="5364481" y="5598948"/>
            <a:ext cx="213828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5F8637B-EC90-A51D-FBE6-3CCFD8FDD3B1}"/>
              </a:ext>
            </a:extLst>
          </p:cNvPr>
          <p:cNvGrpSpPr/>
          <p:nvPr/>
        </p:nvGrpSpPr>
        <p:grpSpPr>
          <a:xfrm>
            <a:off x="7502770" y="4846327"/>
            <a:ext cx="4165207" cy="1737358"/>
            <a:chOff x="7713785" y="4564967"/>
            <a:chExt cx="4165207" cy="1737358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2A5EAD2-88F5-6B84-00D3-BCE2DF27A616}"/>
                </a:ext>
              </a:extLst>
            </p:cNvPr>
            <p:cNvSpPr/>
            <p:nvPr/>
          </p:nvSpPr>
          <p:spPr>
            <a:xfrm>
              <a:off x="7713785" y="4564967"/>
              <a:ext cx="4165207" cy="1737358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F1EAD74-506B-68B3-1183-666DF17CF273}"/>
                </a:ext>
              </a:extLst>
            </p:cNvPr>
            <p:cNvSpPr txBox="1"/>
            <p:nvPr/>
          </p:nvSpPr>
          <p:spPr>
            <a:xfrm>
              <a:off x="7848013" y="4703969"/>
              <a:ext cx="389675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</a:rPr>
                <a:t>\</a:t>
              </a:r>
              <a:r>
                <a:rPr lang="en-US" sz="2400" dirty="0" err="1">
                  <a:solidFill>
                    <a:srgbClr val="9F0003"/>
                  </a:solidFill>
                </a:rPr>
                <a:t>newcommand</a:t>
              </a:r>
              <a:r>
                <a:rPr lang="en-US" sz="2400" dirty="0"/>
                <a:t>{\sentence}[1]{</a:t>
              </a:r>
            </a:p>
            <a:p>
              <a:r>
                <a:rPr lang="en-US" sz="2400" dirty="0"/>
                <a:t>     This is the #1 of sentence.</a:t>
              </a:r>
            </a:p>
            <a:p>
              <a:r>
                <a:rPr lang="en-US" sz="2400" dirty="0"/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4026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B6C811-DEDC-91CE-C017-26248BC32717}"/>
              </a:ext>
            </a:extLst>
          </p:cNvPr>
          <p:cNvSpPr/>
          <p:nvPr/>
        </p:nvSpPr>
        <p:spPr>
          <a:xfrm>
            <a:off x="450166" y="267284"/>
            <a:ext cx="4684540" cy="64711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Ordering of Mandatory Arguments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F3A374-565C-8575-9ED3-49EFC7CCA68B}"/>
              </a:ext>
            </a:extLst>
          </p:cNvPr>
          <p:cNvSpPr/>
          <p:nvPr/>
        </p:nvSpPr>
        <p:spPr>
          <a:xfrm>
            <a:off x="1561514" y="1378633"/>
            <a:ext cx="9017391" cy="517691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724647-56C9-681E-6B3D-8CFC5C62D551}"/>
              </a:ext>
            </a:extLst>
          </p:cNvPr>
          <p:cNvCxnSpPr>
            <a:cxnSpLocks/>
          </p:cNvCxnSpPr>
          <p:nvPr/>
        </p:nvCxnSpPr>
        <p:spPr>
          <a:xfrm>
            <a:off x="1561514" y="4459463"/>
            <a:ext cx="9017391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8D27D39-6515-4404-C88F-02E9FAE742ED}"/>
              </a:ext>
            </a:extLst>
          </p:cNvPr>
          <p:cNvSpPr/>
          <p:nvPr/>
        </p:nvSpPr>
        <p:spPr>
          <a:xfrm>
            <a:off x="1561514" y="1378634"/>
            <a:ext cx="3108960" cy="49236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Definition Phase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CF8E0D-593C-59DE-DAF4-67CA2829D8E3}"/>
              </a:ext>
            </a:extLst>
          </p:cNvPr>
          <p:cNvSpPr/>
          <p:nvPr/>
        </p:nvSpPr>
        <p:spPr>
          <a:xfrm>
            <a:off x="1561514" y="4444352"/>
            <a:ext cx="3108960" cy="49236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Usage Phase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C8BBD4-9298-1DBD-9B60-0AAFE37BF1C5}"/>
              </a:ext>
            </a:extLst>
          </p:cNvPr>
          <p:cNvSpPr txBox="1"/>
          <p:nvPr/>
        </p:nvSpPr>
        <p:spPr>
          <a:xfrm>
            <a:off x="1807698" y="1940837"/>
            <a:ext cx="55004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 ordering is required in the definition of a new command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F6D9900-9612-452B-5742-80B1585BBEE2}"/>
              </a:ext>
            </a:extLst>
          </p:cNvPr>
          <p:cNvGrpSpPr/>
          <p:nvPr/>
        </p:nvGrpSpPr>
        <p:grpSpPr>
          <a:xfrm>
            <a:off x="4121833" y="2531619"/>
            <a:ext cx="6991644" cy="1673299"/>
            <a:chOff x="4206240" y="2503483"/>
            <a:chExt cx="6991644" cy="1673299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F3AE11F9-BA07-39FC-7D02-8EC45D91240F}"/>
                </a:ext>
              </a:extLst>
            </p:cNvPr>
            <p:cNvSpPr/>
            <p:nvPr/>
          </p:nvSpPr>
          <p:spPr>
            <a:xfrm>
              <a:off x="4206240" y="2503483"/>
              <a:ext cx="6358598" cy="1673299"/>
            </a:xfrm>
            <a:prstGeom prst="round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B5D0207-AFE0-18E2-8923-A03F4293B6EB}"/>
                </a:ext>
              </a:extLst>
            </p:cNvPr>
            <p:cNvSpPr txBox="1"/>
            <p:nvPr/>
          </p:nvSpPr>
          <p:spPr>
            <a:xfrm>
              <a:off x="4297680" y="2607984"/>
              <a:ext cx="6900204" cy="15081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</a:rPr>
                <a:t>\</a:t>
              </a:r>
              <a:r>
                <a:rPr lang="en-US" sz="2400" dirty="0" err="1">
                  <a:solidFill>
                    <a:srgbClr val="9F0003"/>
                  </a:solidFill>
                </a:rPr>
                <a:t>newcommand</a:t>
              </a:r>
              <a:r>
                <a:rPr lang="en-US" sz="2400" dirty="0"/>
                <a:t>{\name}[3]{</a:t>
              </a:r>
            </a:p>
            <a:p>
              <a:r>
                <a:rPr lang="en-US" sz="2400" dirty="0"/>
                <a:t>     </a:t>
              </a:r>
              <a:r>
                <a:rPr lang="en-US" sz="2000" dirty="0"/>
                <a:t>This is the </a:t>
              </a:r>
              <a:r>
                <a:rPr lang="en-US" sz="2000" dirty="0">
                  <a:solidFill>
                    <a:schemeClr val="accent1"/>
                  </a:solidFill>
                </a:rPr>
                <a:t>#2</a:t>
              </a:r>
              <a:r>
                <a:rPr lang="en-US" sz="2000" dirty="0"/>
                <a:t> argument, while this is the </a:t>
              </a:r>
              <a:r>
                <a:rPr lang="en-US" sz="2000" dirty="0">
                  <a:solidFill>
                    <a:schemeClr val="accent1"/>
                  </a:solidFill>
                </a:rPr>
                <a:t>#3</a:t>
              </a:r>
              <a:r>
                <a:rPr lang="en-US" sz="2000" dirty="0"/>
                <a:t>, and the </a:t>
              </a:r>
              <a:r>
                <a:rPr lang="en-US" sz="2000" dirty="0">
                  <a:solidFill>
                    <a:schemeClr val="accent1"/>
                  </a:solidFill>
                </a:rPr>
                <a:t>#1</a:t>
              </a:r>
              <a:r>
                <a:rPr lang="en-US" sz="2000" dirty="0"/>
                <a:t> comes at last.</a:t>
              </a:r>
            </a:p>
            <a:p>
              <a:r>
                <a:rPr lang="en-US" sz="2400" dirty="0"/>
                <a:t>}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5D6C7E1A-5373-A878-27CC-6BE7FB3D82C2}"/>
              </a:ext>
            </a:extLst>
          </p:cNvPr>
          <p:cNvSpPr txBox="1"/>
          <p:nvPr/>
        </p:nvSpPr>
        <p:spPr>
          <a:xfrm>
            <a:off x="1807698" y="5007048"/>
            <a:ext cx="55004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Arguments are set in order when using the new command.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BEDED00-17B3-A3B9-1631-D5EACDE72126}"/>
              </a:ext>
            </a:extLst>
          </p:cNvPr>
          <p:cNvSpPr/>
          <p:nvPr/>
        </p:nvSpPr>
        <p:spPr>
          <a:xfrm>
            <a:off x="4220308" y="5612853"/>
            <a:ext cx="6260123" cy="599882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15731D-4B6E-C461-6032-C1FE3A323CF2}"/>
              </a:ext>
            </a:extLst>
          </p:cNvPr>
          <p:cNvSpPr txBox="1"/>
          <p:nvPr/>
        </p:nvSpPr>
        <p:spPr>
          <a:xfrm>
            <a:off x="4297680" y="5604830"/>
            <a:ext cx="62460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9F0003"/>
                </a:solidFill>
              </a:rPr>
              <a:t>\name</a:t>
            </a:r>
            <a:r>
              <a:rPr lang="en-US" sz="2800" dirty="0"/>
              <a:t>{</a:t>
            </a:r>
            <a:r>
              <a:rPr lang="en-US" sz="2800" dirty="0">
                <a:solidFill>
                  <a:schemeClr val="accent1"/>
                </a:solidFill>
              </a:rPr>
              <a:t>#1</a:t>
            </a:r>
            <a:r>
              <a:rPr lang="en-US" sz="2800" dirty="0"/>
              <a:t>}{</a:t>
            </a:r>
            <a:r>
              <a:rPr lang="en-US" sz="2800" dirty="0">
                <a:solidFill>
                  <a:schemeClr val="accent1"/>
                </a:solidFill>
              </a:rPr>
              <a:t>#2</a:t>
            </a:r>
            <a:r>
              <a:rPr lang="en-US" sz="2800" dirty="0"/>
              <a:t>}{</a:t>
            </a:r>
            <a:r>
              <a:rPr lang="en-US" sz="2800" dirty="0">
                <a:solidFill>
                  <a:schemeClr val="accent1"/>
                </a:solidFill>
              </a:rPr>
              <a:t>#3</a:t>
            </a:r>
            <a:r>
              <a:rPr lang="en-US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13238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820BB64-3D30-FC09-84EF-8BCE5AC7F23D}"/>
              </a:ext>
            </a:extLst>
          </p:cNvPr>
          <p:cNvSpPr/>
          <p:nvPr/>
        </p:nvSpPr>
        <p:spPr>
          <a:xfrm>
            <a:off x="239151" y="179912"/>
            <a:ext cx="4515729" cy="537538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Optional Arguments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5E9F1B9-CA71-2FA6-3B0B-C9E9CF2E034B}"/>
              </a:ext>
            </a:extLst>
          </p:cNvPr>
          <p:cNvGrpSpPr/>
          <p:nvPr/>
        </p:nvGrpSpPr>
        <p:grpSpPr>
          <a:xfrm>
            <a:off x="1533379" y="931035"/>
            <a:ext cx="9132276" cy="2917023"/>
            <a:chOff x="1533379" y="1240526"/>
            <a:chExt cx="9762978" cy="30641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C93D792-A37D-BA89-82C9-90C83A8881B1}"/>
                </a:ext>
              </a:extLst>
            </p:cNvPr>
            <p:cNvSpPr/>
            <p:nvPr/>
          </p:nvSpPr>
          <p:spPr>
            <a:xfrm>
              <a:off x="1533379" y="1252025"/>
              <a:ext cx="9762978" cy="305268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EFB2BE9-D678-4358-538E-DF762837E727}"/>
                </a:ext>
              </a:extLst>
            </p:cNvPr>
            <p:cNvSpPr/>
            <p:nvPr/>
          </p:nvSpPr>
          <p:spPr>
            <a:xfrm>
              <a:off x="1533379" y="1252025"/>
              <a:ext cx="422031" cy="450166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1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1875D69-1C35-2BE3-2682-389E39F8EB66}"/>
                </a:ext>
              </a:extLst>
            </p:cNvPr>
            <p:cNvSpPr/>
            <p:nvPr/>
          </p:nvSpPr>
          <p:spPr>
            <a:xfrm>
              <a:off x="1955410" y="1252025"/>
              <a:ext cx="7412791" cy="450166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D7EDB68-A973-55E7-794F-D5421C83E19B}"/>
                </a:ext>
              </a:extLst>
            </p:cNvPr>
            <p:cNvSpPr txBox="1"/>
            <p:nvPr/>
          </p:nvSpPr>
          <p:spPr>
            <a:xfrm>
              <a:off x="2011682" y="1240526"/>
              <a:ext cx="7612812" cy="4849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New command with One argument acting as Optional 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506DBF7-306B-D486-DDEA-1BF074C71389}"/>
              </a:ext>
            </a:extLst>
          </p:cNvPr>
          <p:cNvSpPr txBox="1"/>
          <p:nvPr/>
        </p:nvSpPr>
        <p:spPr>
          <a:xfrm>
            <a:off x="2011682" y="1430823"/>
            <a:ext cx="84968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9F0003"/>
                </a:solidFill>
                <a:effectLst/>
              </a:rPr>
              <a:t>\</a:t>
            </a:r>
            <a:r>
              <a:rPr lang="en-US" sz="2800" dirty="0" err="1">
                <a:solidFill>
                  <a:srgbClr val="9F0003"/>
                </a:solidFill>
                <a:effectLst/>
              </a:rPr>
              <a:t>newcommand</a:t>
            </a:r>
            <a:r>
              <a:rPr lang="en-US" sz="2800" dirty="0">
                <a:effectLst/>
              </a:rPr>
              <a:t>{\name}[</a:t>
            </a:r>
            <a:r>
              <a:rPr lang="en-US" sz="2800" dirty="0">
                <a:solidFill>
                  <a:schemeClr val="accent1"/>
                </a:solidFill>
                <a:effectLst/>
              </a:rPr>
              <a:t>1</a:t>
            </a:r>
            <a:r>
              <a:rPr lang="en-US" sz="2800" dirty="0">
                <a:effectLst/>
              </a:rPr>
              <a:t>][</a:t>
            </a:r>
            <a:r>
              <a:rPr lang="en-US" sz="2800" dirty="0">
                <a:solidFill>
                  <a:schemeClr val="accent2"/>
                </a:solidFill>
                <a:effectLst/>
              </a:rPr>
              <a:t>Default Output</a:t>
            </a:r>
            <a:r>
              <a:rPr lang="en-US" sz="2800" dirty="0">
                <a:effectLst/>
              </a:rPr>
              <a:t>]{</a:t>
            </a:r>
          </a:p>
          <a:p>
            <a:r>
              <a:rPr lang="en-US" sz="2800" dirty="0"/>
              <a:t>       Formatting the argument…. \</a:t>
            </a:r>
            <a:r>
              <a:rPr lang="en-US" sz="2800" dirty="0" err="1"/>
              <a:t>textbf</a:t>
            </a:r>
            <a:r>
              <a:rPr lang="en-US" sz="2800" dirty="0"/>
              <a:t>{</a:t>
            </a:r>
            <a:r>
              <a:rPr lang="en-US" sz="2800" dirty="0">
                <a:solidFill>
                  <a:schemeClr val="accent1"/>
                </a:solidFill>
              </a:rPr>
              <a:t>#1</a:t>
            </a:r>
            <a:r>
              <a:rPr lang="en-US" sz="2800" dirty="0"/>
              <a:t>}</a:t>
            </a:r>
          </a:p>
          <a:p>
            <a:r>
              <a:rPr lang="en-US" sz="2800" dirty="0">
                <a:effectLst/>
              </a:rPr>
              <a:t>}</a:t>
            </a:r>
            <a:endParaRPr lang="en-US" sz="28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42636B3-7621-EA1B-4703-8B3D945BA2AE}"/>
              </a:ext>
            </a:extLst>
          </p:cNvPr>
          <p:cNvSpPr/>
          <p:nvPr/>
        </p:nvSpPr>
        <p:spPr>
          <a:xfrm>
            <a:off x="1867420" y="2939006"/>
            <a:ext cx="3080824" cy="75020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\name </a:t>
            </a: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>
                <a:effectLst/>
              </a:rPr>
              <a:t>Default Output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endParaRPr lang="en-US" sz="20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541614F-9FAB-3515-5CD5-5325A08FCD3D}"/>
              </a:ext>
            </a:extLst>
          </p:cNvPr>
          <p:cNvGrpSpPr/>
          <p:nvPr/>
        </p:nvGrpSpPr>
        <p:grpSpPr>
          <a:xfrm>
            <a:off x="5266598" y="2917989"/>
            <a:ext cx="5195068" cy="750205"/>
            <a:chOff x="5032440" y="3351072"/>
            <a:chExt cx="6410046" cy="750205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91F6F678-4A22-6467-D2FA-3505208020EE}"/>
                </a:ext>
              </a:extLst>
            </p:cNvPr>
            <p:cNvSpPr/>
            <p:nvPr/>
          </p:nvSpPr>
          <p:spPr>
            <a:xfrm>
              <a:off x="5974907" y="3351072"/>
              <a:ext cx="5467579" cy="750205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\name[New Optional] </a:t>
              </a:r>
              <a:r>
                <a:rPr lang="en-US" sz="2000" dirty="0">
                  <a:sym typeface="Wingdings" panose="05000000000000000000" pitchFamily="2" charset="2"/>
                </a:rPr>
                <a:t> </a:t>
              </a:r>
              <a:r>
                <a:rPr lang="en-US" sz="2000" dirty="0"/>
                <a:t>New Optional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BF15F0E-FD14-1A02-3A72-EA4B8F31ABEC}"/>
                </a:ext>
              </a:extLst>
            </p:cNvPr>
            <p:cNvSpPr txBox="1"/>
            <p:nvPr/>
          </p:nvSpPr>
          <p:spPr>
            <a:xfrm>
              <a:off x="5032440" y="3497951"/>
              <a:ext cx="6679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Or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5F390F4-64C5-3321-5346-BF5F4A275918}"/>
              </a:ext>
            </a:extLst>
          </p:cNvPr>
          <p:cNvGrpSpPr/>
          <p:nvPr/>
        </p:nvGrpSpPr>
        <p:grpSpPr>
          <a:xfrm>
            <a:off x="1526346" y="4046760"/>
            <a:ext cx="9139310" cy="2693344"/>
            <a:chOff x="1533379" y="1190972"/>
            <a:chExt cx="9762978" cy="311374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E3EF66-2A76-6E6A-B665-2E8EF74974FA}"/>
                </a:ext>
              </a:extLst>
            </p:cNvPr>
            <p:cNvSpPr/>
            <p:nvPr/>
          </p:nvSpPr>
          <p:spPr>
            <a:xfrm>
              <a:off x="1533379" y="1252025"/>
              <a:ext cx="9762978" cy="305268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C2B0E4D-1A77-A687-CE9E-F51D9654209A}"/>
                </a:ext>
              </a:extLst>
            </p:cNvPr>
            <p:cNvSpPr/>
            <p:nvPr/>
          </p:nvSpPr>
          <p:spPr>
            <a:xfrm>
              <a:off x="1533379" y="1252025"/>
              <a:ext cx="422031" cy="450166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2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601A52F-3301-70EB-372C-552BDE43E20A}"/>
                </a:ext>
              </a:extLst>
            </p:cNvPr>
            <p:cNvSpPr/>
            <p:nvPr/>
          </p:nvSpPr>
          <p:spPr>
            <a:xfrm>
              <a:off x="1955409" y="1252024"/>
              <a:ext cx="7005317" cy="450166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40A93BD-5F25-3D87-1B7F-FB960EDD9538}"/>
                </a:ext>
              </a:extLst>
            </p:cNvPr>
            <p:cNvSpPr txBox="1"/>
            <p:nvPr/>
          </p:nvSpPr>
          <p:spPr>
            <a:xfrm>
              <a:off x="2011682" y="1190972"/>
              <a:ext cx="7005318" cy="533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More than One Argument, 1</a:t>
              </a:r>
              <a:r>
                <a:rPr lang="en-US" sz="2400" baseline="30000" dirty="0"/>
                <a:t>st</a:t>
              </a:r>
              <a:r>
                <a:rPr lang="en-US" sz="2400" dirty="0"/>
                <a:t> (#1) being Optional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EE82791D-D5FB-4BAD-E40E-BD83A61150D6}"/>
              </a:ext>
            </a:extLst>
          </p:cNvPr>
          <p:cNvSpPr txBox="1"/>
          <p:nvPr/>
        </p:nvSpPr>
        <p:spPr>
          <a:xfrm>
            <a:off x="2168771" y="4614493"/>
            <a:ext cx="84968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F0003"/>
                </a:solidFill>
                <a:effectLst/>
              </a:rPr>
              <a:t>\</a:t>
            </a:r>
            <a:r>
              <a:rPr lang="en-US" sz="2400" dirty="0" err="1">
                <a:solidFill>
                  <a:srgbClr val="9F0003"/>
                </a:solidFill>
                <a:effectLst/>
              </a:rPr>
              <a:t>newcommand</a:t>
            </a:r>
            <a:r>
              <a:rPr lang="en-US" sz="2400" dirty="0">
                <a:effectLst/>
              </a:rPr>
              <a:t>{\name}[</a:t>
            </a:r>
            <a:r>
              <a:rPr lang="en-US" sz="2400" dirty="0" err="1">
                <a:solidFill>
                  <a:schemeClr val="accent1"/>
                </a:solidFill>
                <a:effectLst/>
              </a:rPr>
              <a:t>n_args</a:t>
            </a:r>
            <a:r>
              <a:rPr lang="en-US" sz="2400" dirty="0">
                <a:effectLst/>
              </a:rPr>
              <a:t>][</a:t>
            </a:r>
            <a:r>
              <a:rPr lang="en-US" sz="2400" dirty="0">
                <a:solidFill>
                  <a:schemeClr val="accent2"/>
                </a:solidFill>
                <a:effectLst/>
              </a:rPr>
              <a:t>Default First</a:t>
            </a:r>
            <a:r>
              <a:rPr lang="en-US" sz="2400" dirty="0">
                <a:effectLst/>
              </a:rPr>
              <a:t>]{</a:t>
            </a:r>
          </a:p>
          <a:p>
            <a:r>
              <a:rPr lang="en-US" sz="2400" dirty="0"/>
              <a:t>       </a:t>
            </a:r>
            <a:r>
              <a:rPr lang="en-US" sz="2000" dirty="0"/>
              <a:t>Formatting the arguments…. \</a:t>
            </a:r>
            <a:r>
              <a:rPr lang="en-US" sz="2000" dirty="0" err="1"/>
              <a:t>textbf</a:t>
            </a:r>
            <a:r>
              <a:rPr lang="en-US" sz="2000" dirty="0"/>
              <a:t>{</a:t>
            </a:r>
            <a:r>
              <a:rPr lang="en-US" sz="2400" dirty="0">
                <a:solidFill>
                  <a:schemeClr val="accent2"/>
                </a:solidFill>
              </a:rPr>
              <a:t>#</a:t>
            </a:r>
            <a:r>
              <a:rPr lang="en-US" sz="2400">
                <a:solidFill>
                  <a:schemeClr val="accent2"/>
                </a:solidFill>
              </a:rPr>
              <a:t>1</a:t>
            </a:r>
            <a:r>
              <a:rPr lang="en-US" sz="2000"/>
              <a:t>} …… </a:t>
            </a:r>
            <a:r>
              <a:rPr lang="en-US" sz="2000" dirty="0"/>
              <a:t>\</a:t>
            </a:r>
            <a:r>
              <a:rPr lang="en-US" sz="2000" dirty="0" err="1"/>
              <a:t>textit</a:t>
            </a:r>
            <a:r>
              <a:rPr lang="en-US" sz="2000" dirty="0"/>
              <a:t>{</a:t>
            </a:r>
            <a:r>
              <a:rPr lang="en-US" sz="2000" dirty="0">
                <a:solidFill>
                  <a:schemeClr val="accent1"/>
                </a:solidFill>
              </a:rPr>
              <a:t>n</a:t>
            </a:r>
            <a:r>
              <a:rPr lang="en-US" sz="2000" dirty="0"/>
              <a:t>}</a:t>
            </a:r>
            <a:endParaRPr lang="en-US" sz="2000" dirty="0">
              <a:solidFill>
                <a:schemeClr val="accent1"/>
              </a:solidFill>
            </a:endParaRPr>
          </a:p>
          <a:p>
            <a:r>
              <a:rPr lang="en-US" sz="2400" dirty="0">
                <a:effectLst/>
              </a:rPr>
              <a:t>}</a:t>
            </a:r>
            <a:endParaRPr lang="en-US" sz="24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025DE39-4D10-2164-1044-8EAC88A210A4}"/>
              </a:ext>
            </a:extLst>
          </p:cNvPr>
          <p:cNvSpPr/>
          <p:nvPr/>
        </p:nvSpPr>
        <p:spPr>
          <a:xfrm>
            <a:off x="1867420" y="5861020"/>
            <a:ext cx="3080824" cy="75020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\name{second}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E2F53BA-EB4F-3C4B-B80F-F15611F89652}"/>
              </a:ext>
            </a:extLst>
          </p:cNvPr>
          <p:cNvSpPr/>
          <p:nvPr/>
        </p:nvSpPr>
        <p:spPr>
          <a:xfrm>
            <a:off x="6227379" y="5826895"/>
            <a:ext cx="4097201" cy="75020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\name[</a:t>
            </a:r>
            <a:r>
              <a:rPr lang="en-US" sz="2800" dirty="0" err="1"/>
              <a:t>NewFirst</a:t>
            </a:r>
            <a:r>
              <a:rPr lang="en-US" sz="2800" dirty="0"/>
              <a:t>]{second}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4D05E6-4841-0BA3-7FFD-EC2CB2C4CE87}"/>
              </a:ext>
            </a:extLst>
          </p:cNvPr>
          <p:cNvSpPr txBox="1"/>
          <p:nvPr/>
        </p:nvSpPr>
        <p:spPr>
          <a:xfrm>
            <a:off x="5394685" y="5967105"/>
            <a:ext cx="541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2855064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25" grpId="0"/>
      <p:bldP spid="26" grpId="0" animBg="1"/>
      <p:bldP spid="27" grpId="0" animBg="1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56EB8D7-7474-2210-187D-0734B7EB1851}"/>
              </a:ext>
            </a:extLst>
          </p:cNvPr>
          <p:cNvSpPr/>
          <p:nvPr/>
        </p:nvSpPr>
        <p:spPr>
          <a:xfrm>
            <a:off x="295422" y="278387"/>
            <a:ext cx="7188591" cy="537538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Commands with Two Optional Arguments: </a:t>
            </a:r>
            <a:r>
              <a:rPr lang="en-US" sz="20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twoopt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7774A1-A512-7389-777A-425491D08CAD}"/>
              </a:ext>
            </a:extLst>
          </p:cNvPr>
          <p:cNvSpPr/>
          <p:nvPr/>
        </p:nvSpPr>
        <p:spPr>
          <a:xfrm>
            <a:off x="1463040" y="1153551"/>
            <a:ext cx="6949440" cy="773723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To install: Search for </a:t>
            </a:r>
            <a:r>
              <a:rPr lang="en-US" sz="2400" b="1" dirty="0" err="1"/>
              <a:t>oberdiek</a:t>
            </a:r>
            <a:r>
              <a:rPr lang="en-US" sz="2400" b="1" dirty="0"/>
              <a:t> </a:t>
            </a:r>
            <a:r>
              <a:rPr lang="en-US" sz="2400" dirty="0"/>
              <a:t>in </a:t>
            </a:r>
            <a:r>
              <a:rPr lang="en-US" sz="2400" dirty="0" err="1"/>
              <a:t>MiKTeX</a:t>
            </a:r>
            <a:r>
              <a:rPr lang="en-US" sz="2400" dirty="0"/>
              <a:t> Console </a:t>
            </a:r>
            <a:endParaRPr lang="en-US" sz="2400" b="1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B74E5AE-C10D-CECF-139B-22E1FD2EE659}"/>
              </a:ext>
            </a:extLst>
          </p:cNvPr>
          <p:cNvGrpSpPr/>
          <p:nvPr/>
        </p:nvGrpSpPr>
        <p:grpSpPr>
          <a:xfrm>
            <a:off x="1463039" y="2250831"/>
            <a:ext cx="9265922" cy="1631852"/>
            <a:chOff x="1463039" y="2250831"/>
            <a:chExt cx="9265922" cy="163185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6FAE330-6DEA-7378-65C1-ABE7A5C4959E}"/>
                </a:ext>
              </a:extLst>
            </p:cNvPr>
            <p:cNvSpPr/>
            <p:nvPr/>
          </p:nvSpPr>
          <p:spPr>
            <a:xfrm>
              <a:off x="1463039" y="2250831"/>
              <a:ext cx="9101797" cy="1631852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3A8E66C-F577-AF1D-9B5D-148F77F5F12A}"/>
                </a:ext>
              </a:extLst>
            </p:cNvPr>
            <p:cNvSpPr txBox="1"/>
            <p:nvPr/>
          </p:nvSpPr>
          <p:spPr>
            <a:xfrm>
              <a:off x="1702191" y="2504049"/>
              <a:ext cx="902677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</a:rPr>
                <a:t>\</a:t>
              </a:r>
              <a:r>
                <a:rPr lang="en-US" sz="2400" dirty="0" err="1">
                  <a:solidFill>
                    <a:srgbClr val="9F0003"/>
                  </a:solidFill>
                </a:rPr>
                <a:t>newcommandtwoopt</a:t>
              </a:r>
              <a:r>
                <a:rPr lang="en-US" sz="2400" dirty="0"/>
                <a:t> {\name} [num] [default 1][default2] {</a:t>
              </a:r>
            </a:p>
            <a:p>
              <a:r>
                <a:rPr lang="en-US" sz="2400" dirty="0"/>
                <a:t>	definition #1 … #9</a:t>
              </a:r>
            </a:p>
            <a:p>
              <a:r>
                <a:rPr lang="en-US" sz="2400" dirty="0"/>
                <a:t>} </a:t>
              </a: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5C9FD5E-E344-98D3-A742-EC607CFEAC08}"/>
              </a:ext>
            </a:extLst>
          </p:cNvPr>
          <p:cNvSpPr/>
          <p:nvPr/>
        </p:nvSpPr>
        <p:spPr>
          <a:xfrm>
            <a:off x="1463039" y="4178105"/>
            <a:ext cx="9101797" cy="2401508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93A2E96-4525-45CE-BD2E-347ABEC6A181}"/>
              </a:ext>
            </a:extLst>
          </p:cNvPr>
          <p:cNvGrpSpPr/>
          <p:nvPr/>
        </p:nvGrpSpPr>
        <p:grpSpPr>
          <a:xfrm>
            <a:off x="1772530" y="4360982"/>
            <a:ext cx="8693832" cy="461665"/>
            <a:chOff x="1772530" y="4360982"/>
            <a:chExt cx="8693832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25E93E-1DDE-E2FE-7CCF-5F2048790A70}"/>
                </a:ext>
              </a:extLst>
            </p:cNvPr>
            <p:cNvSpPr txBox="1"/>
            <p:nvPr/>
          </p:nvSpPr>
          <p:spPr>
            <a:xfrm>
              <a:off x="2124220" y="4360982"/>
              <a:ext cx="83421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</a:rPr>
                <a:t>\name</a:t>
              </a:r>
              <a:r>
                <a:rPr lang="en-US" sz="2400" dirty="0"/>
                <a:t>{Mandatory Input}</a:t>
              </a:r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88F1A67-3866-00A3-63F8-DADF972AC4C9}"/>
                </a:ext>
              </a:extLst>
            </p:cNvPr>
            <p:cNvSpPr/>
            <p:nvPr/>
          </p:nvSpPr>
          <p:spPr>
            <a:xfrm>
              <a:off x="1772530" y="4444103"/>
              <a:ext cx="323557" cy="295422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C398B8A-D3BD-0FD6-2044-B5A1E2C04B6E}"/>
              </a:ext>
            </a:extLst>
          </p:cNvPr>
          <p:cNvGrpSpPr/>
          <p:nvPr/>
        </p:nvGrpSpPr>
        <p:grpSpPr>
          <a:xfrm>
            <a:off x="1786595" y="4822647"/>
            <a:ext cx="8665701" cy="461665"/>
            <a:chOff x="1786595" y="4822647"/>
            <a:chExt cx="8665701" cy="4616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438E03C-19E0-6C85-5C36-66E17EDF1D0C}"/>
                </a:ext>
              </a:extLst>
            </p:cNvPr>
            <p:cNvSpPr txBox="1"/>
            <p:nvPr/>
          </p:nvSpPr>
          <p:spPr>
            <a:xfrm>
              <a:off x="2110154" y="4822647"/>
              <a:ext cx="83421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</a:rPr>
                <a:t>\name</a:t>
              </a:r>
              <a:r>
                <a:rPr lang="en-US" sz="2400" dirty="0"/>
                <a:t>[Optional One]{Mandatory Input}</a:t>
              </a:r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26B130-B885-0C8D-6177-775CB01DBC9F}"/>
                </a:ext>
              </a:extLst>
            </p:cNvPr>
            <p:cNvSpPr/>
            <p:nvPr/>
          </p:nvSpPr>
          <p:spPr>
            <a:xfrm>
              <a:off x="1786595" y="4905768"/>
              <a:ext cx="323557" cy="295422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020308B-4556-C538-6703-34F487F1FCB1}"/>
              </a:ext>
            </a:extLst>
          </p:cNvPr>
          <p:cNvGrpSpPr/>
          <p:nvPr/>
        </p:nvGrpSpPr>
        <p:grpSpPr>
          <a:xfrm>
            <a:off x="1786593" y="5252247"/>
            <a:ext cx="8665701" cy="461665"/>
            <a:chOff x="1786593" y="5252247"/>
            <a:chExt cx="8665701" cy="46166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B75E961-374E-BE7F-F93A-3DEB00592CC8}"/>
                </a:ext>
              </a:extLst>
            </p:cNvPr>
            <p:cNvSpPr txBox="1"/>
            <p:nvPr/>
          </p:nvSpPr>
          <p:spPr>
            <a:xfrm>
              <a:off x="2110152" y="5252247"/>
              <a:ext cx="83421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</a:rPr>
                <a:t>\name</a:t>
              </a:r>
              <a:r>
                <a:rPr lang="en-US" sz="2400" dirty="0"/>
                <a:t>[Optional One][Optional Two]{Mandatory Input}</a:t>
              </a:r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68C2F62-A1FE-710F-8CAC-1AB5490C5553}"/>
                </a:ext>
              </a:extLst>
            </p:cNvPr>
            <p:cNvSpPr/>
            <p:nvPr/>
          </p:nvSpPr>
          <p:spPr>
            <a:xfrm>
              <a:off x="1786593" y="5335369"/>
              <a:ext cx="323557" cy="295422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B6AF0A2-2A88-0C9C-E90F-767F671F2B13}"/>
              </a:ext>
            </a:extLst>
          </p:cNvPr>
          <p:cNvGrpSpPr/>
          <p:nvPr/>
        </p:nvGrpSpPr>
        <p:grpSpPr>
          <a:xfrm>
            <a:off x="1730321" y="5713912"/>
            <a:ext cx="8736040" cy="771013"/>
            <a:chOff x="1730321" y="5713912"/>
            <a:chExt cx="8736040" cy="77101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F94B643-3167-2D7D-DAD9-7111F08CA9B0}"/>
                </a:ext>
              </a:extLst>
            </p:cNvPr>
            <p:cNvSpPr txBox="1"/>
            <p:nvPr/>
          </p:nvSpPr>
          <p:spPr>
            <a:xfrm>
              <a:off x="2124219" y="5713912"/>
              <a:ext cx="83421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</a:rPr>
                <a:t>\name</a:t>
              </a:r>
              <a:r>
                <a:rPr lang="en-US" sz="2400" dirty="0"/>
                <a:t>[ ][Optional Two]{Mandatory Input}</a:t>
              </a:r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5A7836F-97E4-D3E0-F559-C67B80EF7C1C}"/>
                </a:ext>
              </a:extLst>
            </p:cNvPr>
            <p:cNvSpPr txBox="1"/>
            <p:nvPr/>
          </p:nvSpPr>
          <p:spPr>
            <a:xfrm>
              <a:off x="2124219" y="6023260"/>
              <a:ext cx="83421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</a:rPr>
                <a:t>\name</a:t>
              </a:r>
              <a:r>
                <a:rPr lang="en-US" sz="2400" dirty="0"/>
                <a:t>[Optional One][ ]{Mandatory Input}</a:t>
              </a:r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802055E-D68B-9A18-59A7-103F3EFBD75E}"/>
                </a:ext>
              </a:extLst>
            </p:cNvPr>
            <p:cNvSpPr/>
            <p:nvPr/>
          </p:nvSpPr>
          <p:spPr>
            <a:xfrm>
              <a:off x="1730321" y="5894149"/>
              <a:ext cx="393898" cy="377114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441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A5A4829-DCC7-417D-0564-0AE1BC9E47C3}"/>
              </a:ext>
            </a:extLst>
          </p:cNvPr>
          <p:cNvSpPr/>
          <p:nvPr/>
        </p:nvSpPr>
        <p:spPr>
          <a:xfrm>
            <a:off x="351692" y="225082"/>
            <a:ext cx="5416061" cy="633046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Nesting Definitions of New Commands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FA0B4C-211C-5CFD-0DC6-2589C7150809}"/>
              </a:ext>
            </a:extLst>
          </p:cNvPr>
          <p:cNvSpPr/>
          <p:nvPr/>
        </p:nvSpPr>
        <p:spPr>
          <a:xfrm>
            <a:off x="2065607" y="1237957"/>
            <a:ext cx="6417211" cy="181473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3E6026-B670-A6E2-4D3F-F13E58238714}"/>
              </a:ext>
            </a:extLst>
          </p:cNvPr>
          <p:cNvSpPr txBox="1"/>
          <p:nvPr/>
        </p:nvSpPr>
        <p:spPr>
          <a:xfrm>
            <a:off x="2375095" y="1366897"/>
            <a:ext cx="546412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\</a:t>
            </a:r>
            <a:r>
              <a:rPr lang="en-US" sz="3200" dirty="0" err="1">
                <a:solidFill>
                  <a:schemeClr val="accent2">
                    <a:lumMod val="75000"/>
                  </a:schemeClr>
                </a:solidFill>
              </a:rPr>
              <a:t>newcommand</a:t>
            </a:r>
            <a:r>
              <a:rPr lang="en-US" sz="3200" dirty="0"/>
              <a:t>{</a:t>
            </a:r>
            <a:r>
              <a:rPr lang="en-US" sz="3200" dirty="0">
                <a:solidFill>
                  <a:schemeClr val="accent1"/>
                </a:solidFill>
              </a:rPr>
              <a:t>\outer</a:t>
            </a:r>
            <a:r>
              <a:rPr lang="en-US" sz="3200" dirty="0"/>
              <a:t>}{</a:t>
            </a:r>
          </a:p>
          <a:p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	</a:t>
            </a:r>
          </a:p>
          <a:p>
            <a:r>
              <a:rPr lang="en-US" sz="3200" dirty="0"/>
              <a:t>}</a:t>
            </a:r>
          </a:p>
          <a:p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7739E8-BF9C-85B3-451C-A9F814ABB335}"/>
              </a:ext>
            </a:extLst>
          </p:cNvPr>
          <p:cNvSpPr txBox="1"/>
          <p:nvPr/>
        </p:nvSpPr>
        <p:spPr>
          <a:xfrm>
            <a:off x="2709202" y="1909206"/>
            <a:ext cx="5773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{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 \</a:t>
            </a:r>
            <a:r>
              <a:rPr lang="en-US" sz="3200" dirty="0" err="1">
                <a:solidFill>
                  <a:schemeClr val="accent2">
                    <a:lumMod val="75000"/>
                  </a:schemeClr>
                </a:solidFill>
              </a:rPr>
              <a:t>newcommand</a:t>
            </a:r>
            <a:r>
              <a:rPr lang="en-US" sz="3200" dirty="0"/>
              <a:t>{</a:t>
            </a:r>
            <a:r>
              <a:rPr lang="en-US" sz="3200" dirty="0">
                <a:solidFill>
                  <a:schemeClr val="accent1"/>
                </a:solidFill>
              </a:rPr>
              <a:t>\inner</a:t>
            </a:r>
            <a:r>
              <a:rPr lang="en-US" sz="3200" dirty="0"/>
              <a:t>}{Def} </a:t>
            </a:r>
            <a:r>
              <a:rPr lang="en-US" sz="3200" b="1" dirty="0">
                <a:solidFill>
                  <a:schemeClr val="accent6"/>
                </a:solidFill>
              </a:rPr>
              <a:t>}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5E232C-5B0C-EBB1-F6A9-AA9BFF15B5D3}"/>
              </a:ext>
            </a:extLst>
          </p:cNvPr>
          <p:cNvCxnSpPr>
            <a:cxnSpLocks/>
          </p:cNvCxnSpPr>
          <p:nvPr/>
        </p:nvCxnSpPr>
        <p:spPr>
          <a:xfrm>
            <a:off x="2883877" y="2493981"/>
            <a:ext cx="0" cy="9350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B48F429-8E4D-8A6F-4CD8-CBFCF3863A7B}"/>
              </a:ext>
            </a:extLst>
          </p:cNvPr>
          <p:cNvGrpSpPr/>
          <p:nvPr/>
        </p:nvGrpSpPr>
        <p:grpSpPr>
          <a:xfrm>
            <a:off x="2375095" y="3439549"/>
            <a:ext cx="7894319" cy="1201029"/>
            <a:chOff x="2375095" y="3594297"/>
            <a:chExt cx="8907194" cy="1201029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D2E6A67-4B6E-F2E2-42CF-36ADDF09DA2B}"/>
                </a:ext>
              </a:extLst>
            </p:cNvPr>
            <p:cNvSpPr/>
            <p:nvPr/>
          </p:nvSpPr>
          <p:spPr>
            <a:xfrm>
              <a:off x="2375095" y="3594997"/>
              <a:ext cx="8907194" cy="1200329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AEE6D7A-B36F-D879-D2DA-D8D2FCC011EF}"/>
                </a:ext>
              </a:extLst>
            </p:cNvPr>
            <p:cNvSpPr txBox="1"/>
            <p:nvPr/>
          </p:nvSpPr>
          <p:spPr>
            <a:xfrm>
              <a:off x="2709202" y="3594297"/>
              <a:ext cx="826359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Surrounding each nested command with group brackets is essential to avoid errors on the second call of the </a:t>
              </a:r>
              <a:r>
                <a:rPr lang="en-US" sz="2400" dirty="0">
                  <a:solidFill>
                    <a:schemeClr val="accent1"/>
                  </a:solidFill>
                </a:rPr>
                <a:t>\outer </a:t>
              </a:r>
              <a:r>
                <a:rPr lang="en-US" sz="2400" dirty="0"/>
                <a:t>command.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FF013FA1-FF52-3313-1846-75FCCB65A562}"/>
              </a:ext>
            </a:extLst>
          </p:cNvPr>
          <p:cNvSpPr/>
          <p:nvPr/>
        </p:nvSpPr>
        <p:spPr>
          <a:xfrm>
            <a:off x="1899138" y="1083212"/>
            <a:ext cx="337625" cy="28368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8CA5BD4-48FD-2F8E-FA59-A06072B80ED8}"/>
              </a:ext>
            </a:extLst>
          </p:cNvPr>
          <p:cNvGrpSpPr/>
          <p:nvPr/>
        </p:nvGrpSpPr>
        <p:grpSpPr>
          <a:xfrm>
            <a:off x="1910861" y="4809985"/>
            <a:ext cx="6571956" cy="1787763"/>
            <a:chOff x="1910861" y="4809985"/>
            <a:chExt cx="6571956" cy="17877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5B0B064-B3E6-F146-3C1B-453615038C83}"/>
                </a:ext>
              </a:extLst>
            </p:cNvPr>
            <p:cNvSpPr/>
            <p:nvPr/>
          </p:nvSpPr>
          <p:spPr>
            <a:xfrm>
              <a:off x="2065607" y="4951828"/>
              <a:ext cx="6417210" cy="16459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E6CF57B-5A8D-CB20-39EB-A061FF0EC6B2}"/>
                </a:ext>
              </a:extLst>
            </p:cNvPr>
            <p:cNvSpPr/>
            <p:nvPr/>
          </p:nvSpPr>
          <p:spPr>
            <a:xfrm>
              <a:off x="1910861" y="4809985"/>
              <a:ext cx="337625" cy="283685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A18EA22-54C5-2DD9-5555-6742A5A646CD}"/>
              </a:ext>
            </a:extLst>
          </p:cNvPr>
          <p:cNvSpPr txBox="1"/>
          <p:nvPr/>
        </p:nvSpPr>
        <p:spPr>
          <a:xfrm>
            <a:off x="2375095" y="4984534"/>
            <a:ext cx="59107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\</a:t>
            </a:r>
            <a:r>
              <a:rPr lang="en-US" sz="3200" dirty="0" err="1">
                <a:solidFill>
                  <a:schemeClr val="accent2">
                    <a:lumMod val="75000"/>
                  </a:schemeClr>
                </a:solidFill>
              </a:rPr>
              <a:t>newcommand</a:t>
            </a:r>
            <a:r>
              <a:rPr lang="en-US" sz="3200" dirty="0"/>
              <a:t>{</a:t>
            </a:r>
            <a:r>
              <a:rPr lang="en-US" sz="3200" dirty="0">
                <a:solidFill>
                  <a:schemeClr val="accent1"/>
                </a:solidFill>
              </a:rPr>
              <a:t>\outer</a:t>
            </a:r>
            <a:r>
              <a:rPr lang="en-US" sz="3200" dirty="0"/>
              <a:t>}{</a:t>
            </a:r>
          </a:p>
          <a:p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   \</a:t>
            </a:r>
            <a:r>
              <a:rPr lang="en-US" sz="3200" dirty="0" err="1">
                <a:solidFill>
                  <a:schemeClr val="accent2">
                    <a:lumMod val="75000"/>
                  </a:schemeClr>
                </a:solidFill>
              </a:rPr>
              <a:t>providecommand</a:t>
            </a:r>
            <a:r>
              <a:rPr lang="en-US" sz="3200" dirty="0"/>
              <a:t>{</a:t>
            </a:r>
            <a:r>
              <a:rPr lang="en-US" sz="3200" dirty="0">
                <a:solidFill>
                  <a:schemeClr val="accent1"/>
                </a:solidFill>
              </a:rPr>
              <a:t>\inner</a:t>
            </a:r>
            <a:r>
              <a:rPr lang="en-US" sz="3200" dirty="0"/>
              <a:t>}{………}</a:t>
            </a:r>
          </a:p>
          <a:p>
            <a:r>
              <a:rPr lang="en-US" sz="3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67786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13" grpId="0" animBg="1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EF01E2-670E-0974-2E67-E132B0A8763A}"/>
              </a:ext>
            </a:extLst>
          </p:cNvPr>
          <p:cNvSpPr txBox="1"/>
          <p:nvPr/>
        </p:nvSpPr>
        <p:spPr>
          <a:xfrm>
            <a:off x="3300549" y="3044279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79411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6331</TotalTime>
  <Words>451</Words>
  <Application>Microsoft Office PowerPoint</Application>
  <PresentationFormat>Widescreen</PresentationFormat>
  <Paragraphs>87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103</cp:revision>
  <dcterms:created xsi:type="dcterms:W3CDTF">2023-10-28T12:21:28Z</dcterms:created>
  <dcterms:modified xsi:type="dcterms:W3CDTF">2023-11-11T23:54:11Z</dcterms:modified>
</cp:coreProperties>
</file>