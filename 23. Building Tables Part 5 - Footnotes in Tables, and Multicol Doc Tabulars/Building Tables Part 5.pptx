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06A2B2"/>
    <a:srgbClr val="05808D"/>
    <a:srgbClr val="8DF1FB"/>
    <a:srgbClr val="BC7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BBA2B-838E-4589-8DAD-43565F6298CB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F803F-43B7-47AD-9F10-5C89B63FA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8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1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328F-4CE7-41A1-BD9F-4FC91C1AB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B645-0983-4C4D-B074-72F40F412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249A-54C7-4030-95C3-ED0E024D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BC32-4BEF-4A8C-999A-4C117410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E5B6-DAEA-4128-86E9-766D2C01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8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ED04-E2EE-4162-ACCB-407A9D29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41C0-6405-40F8-A876-E8ECEADA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F6C8-19BD-4885-852F-FD773623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C9222-C0A2-449C-A2F5-2AE37958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C75E4-3B68-4E34-8F07-BD713590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489F-5F47-4333-ACAB-32EA826B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E132D-B009-42AB-82E8-AB5F29B4E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2303-5941-47D3-8BD9-0BC2A076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DA17-D699-4D62-9CB6-9B17540C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00C2-2A96-4683-84BA-1F71E7DE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3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3814-18DC-43DB-A491-D45093E8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D683-555C-4775-B165-AF15B8582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C6992-702A-4105-AA28-A4D7D48F2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80D7F-AC91-4054-9F40-F5634848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DB42A-BF3E-47B1-B061-24CFA3E1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ABE8D-D9B6-437C-8A65-E740CF67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7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DD1D-4379-4D30-9D88-207ECDF9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69EDA-BC70-4E5B-A0AF-1FC072630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75C1-68E2-4DB4-B493-B82F07C55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881D8-3A62-4B8C-9D53-B3CA58665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77542-1EF3-42A3-88D7-C5CEF26D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38C3F-B7EB-4EDA-910F-09593A2D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52605-D31A-4266-98D0-C7465478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20FBB-1A7D-4D39-85EC-866B0FB9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9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073-413C-46EE-99B1-912B9B90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62A3-EE08-4DA6-AACE-13DF4BD4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31A2B-91DD-4F56-87EA-9F6F8100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FCE24-88DA-40E3-89EC-1A7F780B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91459-0B27-43BC-AFE7-798C5D35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B05C9-BEBF-4F6E-96AF-300F016D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BC37D-71D3-4C45-A1CD-614AA307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3186-9DC4-4C76-84D9-38941CEF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C506-3F49-401C-9A20-A67327B2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29EE8-7C55-4E04-A312-1FF76FF9A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10B13-775B-470E-8E68-57F5840B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BA01B-8A8B-48C2-B390-132A614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0D278-0396-49DD-89D7-2DECDBE7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0B57-3AA4-44A0-93B5-905BAD9A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EF187-0DDD-41BB-BB54-90F9A18B1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7EBA2-1763-4D8C-A592-9729CE1B6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17F7D-5AE9-4D13-95CA-F45E230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5876E-23C9-405C-8164-5C95174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3B93B-FBDD-4DAC-A511-EFE1AC50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25E3-442D-457D-BB0E-8B9EF95B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CD505-F91E-4D29-B700-798FA9268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BD95-89FE-4AD6-B465-6666B54D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CEA7-42F0-427E-932D-FDF5FDC8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F74D-BD9F-44DD-9643-4465C1BD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2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E4345-F63D-4B04-B13D-F1D9A8C01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87F31-804D-4018-9516-84FA3A6F3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938E-3B95-4BDC-8D6C-96FE2679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5ABC7-759B-49F4-AB26-64074245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1FA5-BF29-452D-AECE-422B4C5C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9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A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C20CB-E88A-4E08-8280-0B1283EB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3ED37-FB62-4610-A4F6-433AB10E8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CE4B-0CDF-48D1-A532-CAC03F631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7E8E9-2D5C-47AE-8B7B-1C77988060B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2A5DA-E090-4DCA-9F7E-F921D92F5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1CB8-EA88-4C25-B993-054A6C885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938AFE-EFAB-4580-B8EE-E21A16E03494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5F112-C4A0-453F-8CC8-383F7FE3297A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7B933E-55EB-467D-A03A-202D819F5DB4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9CA42-68AF-433A-8CCE-1B1460011328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4ECB6-005C-478D-A080-17438BE04B16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Tables Part 5</a:t>
            </a:r>
          </a:p>
        </p:txBody>
      </p:sp>
    </p:spTree>
    <p:extLst>
      <p:ext uri="{BB962C8B-B14F-4D97-AF65-F5344CB8AC3E}">
        <p14:creationId xmlns:p14="http://schemas.microsoft.com/office/powerpoint/2010/main" val="305355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B7D28-6963-4B24-BC2B-25C71C42B79F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30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1981</TotalTime>
  <Words>19</Words>
  <Application>Microsoft Office PowerPoint</Application>
  <PresentationFormat>Widescreen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18</cp:revision>
  <dcterms:created xsi:type="dcterms:W3CDTF">2022-03-11T11:16:15Z</dcterms:created>
  <dcterms:modified xsi:type="dcterms:W3CDTF">2022-03-24T11:19:11Z</dcterms:modified>
</cp:coreProperties>
</file>