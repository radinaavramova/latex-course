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117FC-9227-AC46-3606-A15B96D92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07259A-307C-EAF4-691D-6A82F21303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4FAAD-8108-D22D-E250-3E012AFE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3F535-A234-423C-B93A-633395E3D022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F6F11-D19C-1786-687D-91F3C8C9A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CC61F-3654-D167-90BD-EDCB56F22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1F39C-7335-40E4-913F-3B81F3C9E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19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CB23D-8A6D-42FA-9379-57C16BBDA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62082-92BC-41D7-C486-F2B3DAE58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4091B-CA74-6A31-0DA4-C02FAF6A9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3F535-A234-423C-B93A-633395E3D022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15E48-C88B-1115-55B8-ABE918255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D248B-A59A-BE8F-0FF1-1CB7E2080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1F39C-7335-40E4-913F-3B81F3C9E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644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8806F-ECCD-003A-E055-D5FDA9918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03EC0-90F4-9D4D-4F04-64327E9B7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4FBAF-03EA-BD25-D733-C1E1A0B9B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3F535-A234-423C-B93A-633395E3D022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BC896-788A-ACB2-E988-9FEF99C77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D53F0-9445-D66F-E55F-3EE7E6BDD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1F39C-7335-40E4-913F-3B81F3C9E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41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0EF33-D40A-A57A-5591-0EC47F7E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61B4D-F7CB-5307-91D1-47C6C090F2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D92EAB-9949-244E-8D37-BFB81E5D9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0194A-FBBF-4A59-7919-385F66FFA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3F535-A234-423C-B93A-633395E3D022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BC909-4435-297E-E517-19FAC0232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927FE-504D-508B-81A0-7C3F17CD9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1F39C-7335-40E4-913F-3B81F3C9E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83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DF52E-BAEB-EBE8-D3C9-D1AA15267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F8031-E10C-F9AD-3C34-F64F3DE49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FD167-782D-58E8-2CA9-94204524D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8F0591-5EB9-94CC-F30A-06878410B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6245EC-F759-73EC-5767-D00FDD4552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7FE86-A03B-9D4E-653D-494954D2B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3F535-A234-423C-B93A-633395E3D022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347F9A-447E-DCC7-2BF9-2D0FFDCB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856190-665E-7D38-7856-554E3DF38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1F39C-7335-40E4-913F-3B81F3C9E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443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903B3-67F0-4CD2-E560-6D920CBF1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C819B6-8966-1821-99D9-B16519266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3F535-A234-423C-B93A-633395E3D022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F65017-C627-34AF-297E-4CA4F6616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E7F810-031B-4731-1144-D062F1F74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1F39C-7335-40E4-913F-3B81F3C9E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78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3A5B6F-0C15-E47C-10D6-7FEB8AEC6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3F535-A234-423C-B93A-633395E3D022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EBD3D8-0C81-D203-471A-0AD155BDB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6F4D4-B44D-AC9C-9BD1-3C17D0F4A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1F39C-7335-40E4-913F-3B81F3C9E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933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02CE6-923B-6E3D-86E5-F1CD19367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D281E-A8D7-01A4-0A5F-B54FC619F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095EA1-9924-1D4C-0F6C-764C653A4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67F1C-2A22-923A-8094-FCC09F65C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3F535-A234-423C-B93A-633395E3D022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AA79D-DDB3-AC55-5AD1-158569446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2012A-9856-0FD1-4A91-588F4398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1F39C-7335-40E4-913F-3B81F3C9E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441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8F49E-FDD7-43E7-4BF0-981A522A2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03F524-C9EE-8596-DEDF-019FA7C7BA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A2405-8864-D917-7D3E-8B2675D0C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DE6CA-D24F-8377-CD70-FC5497ADE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3F535-A234-423C-B93A-633395E3D022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309C9-3CCD-F08A-B370-C08E8F538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280CB-EF28-3728-44A3-6F1004688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1F39C-7335-40E4-913F-3B81F3C9E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826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D22A6-06EF-19BE-645F-20BAA1062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759FD8-E39A-19C9-B730-1F9DEFD1E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E3A85-584E-2A58-B64A-91064EFDE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3F535-A234-423C-B93A-633395E3D022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869D7-6F5B-32EB-5581-BB65CE66A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CE071-19D8-59B3-E9CC-AAED50041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1F39C-7335-40E4-913F-3B81F3C9E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709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232D63-28C8-5673-9409-044541373C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301AF1-5541-32F7-293C-D7D9BB99A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6871B-4DAF-62D6-D047-9A7CA02C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3F535-A234-423C-B93A-633395E3D022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19432-F8A6-9AE5-029B-0238A61FD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85DD4-1735-12FE-0648-E15AB72B6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1F39C-7335-40E4-913F-3B81F3C9E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777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3EAC70-440D-9313-95CD-1DE97833C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67792-8CAA-B5BA-2F93-6AA6B0D56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EE812-6DE1-5B77-126C-3AC312346E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3F535-A234-423C-B93A-633395E3D022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DE60F-E1FF-6588-08D4-FDCAE63C32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95BEB-7C6C-5A6D-9662-282731311B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B1F39C-7335-40E4-913F-3B81F3C9E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300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E18692-1386-06AB-3AE6-3A66F9F332AA}"/>
              </a:ext>
            </a:extLst>
          </p:cNvPr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E03440-CF0A-F2B2-FA4C-D65545334E1A}"/>
              </a:ext>
            </a:extLst>
          </p:cNvPr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05D0265-3E9C-8244-57F2-8040FE462A99}"/>
              </a:ext>
            </a:extLst>
          </p:cNvPr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D7877-578F-2535-F263-84BE13C49CA5}"/>
              </a:ext>
            </a:extLst>
          </p:cNvPr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2AD5C9-97A3-ECD2-7AB9-CFA7D0A93E7F}"/>
              </a:ext>
            </a:extLst>
          </p:cNvPr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User-defined Environments </a:t>
            </a:r>
          </a:p>
        </p:txBody>
      </p:sp>
    </p:spTree>
    <p:extLst>
      <p:ext uri="{BB962C8B-B14F-4D97-AF65-F5344CB8AC3E}">
        <p14:creationId xmlns:p14="http://schemas.microsoft.com/office/powerpoint/2010/main" val="1252879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92EE567-63DB-717A-B498-099AF7A3405E}"/>
              </a:ext>
            </a:extLst>
          </p:cNvPr>
          <p:cNvSpPr/>
          <p:nvPr/>
        </p:nvSpPr>
        <p:spPr>
          <a:xfrm>
            <a:off x="534572" y="351693"/>
            <a:ext cx="4473526" cy="661182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</a:t>
            </a:r>
            <a:r>
              <a:rPr lang="en-US" sz="2400" dirty="0" err="1"/>
              <a:t>newenvironment</a:t>
            </a:r>
            <a:r>
              <a:rPr lang="en-US" sz="2400" dirty="0"/>
              <a:t> Command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A5AE0E-489B-D98B-CFA5-2C1F542C5E74}"/>
              </a:ext>
            </a:extLst>
          </p:cNvPr>
          <p:cNvSpPr/>
          <p:nvPr/>
        </p:nvSpPr>
        <p:spPr>
          <a:xfrm>
            <a:off x="886265" y="2110162"/>
            <a:ext cx="10438226" cy="33340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D8E0BF-5C58-199E-5BF0-DB30C22BC9A9}"/>
              </a:ext>
            </a:extLst>
          </p:cNvPr>
          <p:cNvSpPr txBox="1"/>
          <p:nvPr/>
        </p:nvSpPr>
        <p:spPr>
          <a:xfrm>
            <a:off x="1050387" y="3294845"/>
            <a:ext cx="1010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</a:rPr>
              <a:t>\</a:t>
            </a:r>
            <a:r>
              <a:rPr lang="en-US" sz="3200" dirty="0" err="1">
                <a:solidFill>
                  <a:schemeClr val="accent2"/>
                </a:solidFill>
              </a:rPr>
              <a:t>newenvironment</a:t>
            </a:r>
            <a:r>
              <a:rPr lang="en-US" sz="3200" dirty="0"/>
              <a:t>{env name}[</a:t>
            </a:r>
            <a:r>
              <a:rPr lang="en-US" sz="3200" dirty="0" err="1"/>
              <a:t>narg</a:t>
            </a:r>
            <a:r>
              <a:rPr lang="en-US" sz="3200" dirty="0"/>
              <a:t>][opt]{</a:t>
            </a:r>
            <a:r>
              <a:rPr lang="en-US" sz="3200" dirty="0">
                <a:solidFill>
                  <a:schemeClr val="accent6"/>
                </a:solidFill>
              </a:rPr>
              <a:t>beg def</a:t>
            </a:r>
            <a:r>
              <a:rPr lang="en-US" sz="3200" dirty="0"/>
              <a:t>}{</a:t>
            </a:r>
            <a:r>
              <a:rPr lang="en-US" sz="3200" dirty="0">
                <a:solidFill>
                  <a:schemeClr val="accent6"/>
                </a:solidFill>
              </a:rPr>
              <a:t>end def</a:t>
            </a:r>
            <a:r>
              <a:rPr lang="en-US" sz="3200" dirty="0"/>
              <a:t>}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5984CA6-2A4E-832F-D97C-B3C90EE1839A}"/>
              </a:ext>
            </a:extLst>
          </p:cNvPr>
          <p:cNvGrpSpPr/>
          <p:nvPr/>
        </p:nvGrpSpPr>
        <p:grpSpPr>
          <a:xfrm>
            <a:off x="3910818" y="1707158"/>
            <a:ext cx="2185182" cy="1587687"/>
            <a:chOff x="3910818" y="1707158"/>
            <a:chExt cx="2185182" cy="1587687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878A612-F74C-5C3A-5C34-D8C548B567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2166" y="2291933"/>
              <a:ext cx="0" cy="100291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054517A-9F84-1476-CABF-747761FA22ED}"/>
                </a:ext>
              </a:extLst>
            </p:cNvPr>
            <p:cNvSpPr/>
            <p:nvPr/>
          </p:nvSpPr>
          <p:spPr>
            <a:xfrm>
              <a:off x="3910818" y="1707158"/>
              <a:ext cx="2185182" cy="584775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The Environment Name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5DF3459-3D4A-E334-59B0-B2962FD6AA7D}"/>
              </a:ext>
            </a:extLst>
          </p:cNvPr>
          <p:cNvGrpSpPr/>
          <p:nvPr/>
        </p:nvGrpSpPr>
        <p:grpSpPr>
          <a:xfrm>
            <a:off x="6304671" y="2291933"/>
            <a:ext cx="2185182" cy="1172796"/>
            <a:chOff x="6304671" y="2291933"/>
            <a:chExt cx="2185182" cy="117279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3F3EA06-D294-E0A6-CA12-EB843FADDC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97262" y="2897946"/>
              <a:ext cx="0" cy="56678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D79946-DC28-A353-2102-361C74C4FBCA}"/>
                </a:ext>
              </a:extLst>
            </p:cNvPr>
            <p:cNvSpPr/>
            <p:nvPr/>
          </p:nvSpPr>
          <p:spPr>
            <a:xfrm>
              <a:off x="6304671" y="2291933"/>
              <a:ext cx="2185182" cy="584775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Default text for #1 Argument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B29C83-DA44-D336-26E3-6B99E121C83C}"/>
              </a:ext>
            </a:extLst>
          </p:cNvPr>
          <p:cNvGrpSpPr/>
          <p:nvPr/>
        </p:nvGrpSpPr>
        <p:grpSpPr>
          <a:xfrm>
            <a:off x="3179301" y="3879170"/>
            <a:ext cx="3321958" cy="769413"/>
            <a:chOff x="3179301" y="3879170"/>
            <a:chExt cx="3321958" cy="76941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0106E9-2442-2340-0DE2-0539801939FC}"/>
                </a:ext>
              </a:extLst>
            </p:cNvPr>
            <p:cNvSpPr/>
            <p:nvPr/>
          </p:nvSpPr>
          <p:spPr>
            <a:xfrm>
              <a:off x="3179301" y="4063808"/>
              <a:ext cx="2185183" cy="584775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The Number of Arguments</a:t>
              </a:r>
            </a:p>
          </p:txBody>
        </p:sp>
        <p:sp>
          <p:nvSpPr>
            <p:cNvPr id="16" name="Arrow: Bent-Up 15">
              <a:extLst>
                <a:ext uri="{FF2B5EF4-FFF2-40B4-BE49-F238E27FC236}">
                  <a16:creationId xmlns:a16="http://schemas.microsoft.com/office/drawing/2014/main" id="{FBE288FA-F62B-EA67-A10E-32409B7D6205}"/>
                </a:ext>
              </a:extLst>
            </p:cNvPr>
            <p:cNvSpPr/>
            <p:nvPr/>
          </p:nvSpPr>
          <p:spPr>
            <a:xfrm rot="16200000" flipH="1">
              <a:off x="5748233" y="3495421"/>
              <a:ext cx="369278" cy="1136775"/>
            </a:xfrm>
            <a:prstGeom prst="bentUp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0E5D650-C090-A2B2-F776-24F89CAC5630}"/>
              </a:ext>
            </a:extLst>
          </p:cNvPr>
          <p:cNvGrpSpPr/>
          <p:nvPr/>
        </p:nvGrpSpPr>
        <p:grpSpPr>
          <a:xfrm>
            <a:off x="6815797" y="3879168"/>
            <a:ext cx="3348111" cy="2567950"/>
            <a:chOff x="6815797" y="3879168"/>
            <a:chExt cx="3348111" cy="2567950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5720A4F-73BE-FFFD-55BE-74CDBF4C1C30}"/>
                </a:ext>
              </a:extLst>
            </p:cNvPr>
            <p:cNvCxnSpPr/>
            <p:nvPr/>
          </p:nvCxnSpPr>
          <p:spPr>
            <a:xfrm>
              <a:off x="8489853" y="3879168"/>
              <a:ext cx="0" cy="117113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951EDD3E-8148-223D-E59E-B0CC6F45B2DC}"/>
                </a:ext>
              </a:extLst>
            </p:cNvPr>
            <p:cNvSpPr/>
            <p:nvPr/>
          </p:nvSpPr>
          <p:spPr>
            <a:xfrm>
              <a:off x="6815797" y="5050304"/>
              <a:ext cx="3348111" cy="1396814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108B8D9-444A-8CFD-CF80-5A052AE24000}"/>
                </a:ext>
              </a:extLst>
            </p:cNvPr>
            <p:cNvSpPr txBox="1"/>
            <p:nvPr/>
          </p:nvSpPr>
          <p:spPr>
            <a:xfrm>
              <a:off x="7045748" y="5094573"/>
              <a:ext cx="303592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Initial text to be inserted when </a:t>
              </a:r>
              <a:r>
                <a:rPr lang="en-US" sz="2000" dirty="0">
                  <a:solidFill>
                    <a:schemeClr val="accent1"/>
                  </a:solidFill>
                </a:rPr>
                <a:t>\begin{env name} </a:t>
              </a:r>
              <a:r>
                <a:rPr lang="en-US" sz="2000" dirty="0"/>
                <a:t>is called. </a:t>
              </a:r>
              <a:r>
                <a:rPr lang="en-US" sz="2000" u="sng" dirty="0"/>
                <a:t>Using </a:t>
              </a:r>
              <a:r>
                <a:rPr lang="en-US" sz="2000" b="1" u="sng" dirty="0">
                  <a:solidFill>
                    <a:schemeClr val="accent1"/>
                  </a:solidFill>
                </a:rPr>
                <a:t>#n</a:t>
              </a:r>
              <a:r>
                <a:rPr lang="en-US" sz="2000" u="sng" dirty="0"/>
                <a:t> is only allowed here.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963CCE-F99D-5E7E-1AA2-E53280C57033}"/>
              </a:ext>
            </a:extLst>
          </p:cNvPr>
          <p:cNvGrpSpPr/>
          <p:nvPr/>
        </p:nvGrpSpPr>
        <p:grpSpPr>
          <a:xfrm>
            <a:off x="8493726" y="468244"/>
            <a:ext cx="3163702" cy="2826601"/>
            <a:chOff x="8493726" y="468244"/>
            <a:chExt cx="3163702" cy="2826601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840E4AC-7949-D73C-A197-11C512A1F7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99431" y="1707158"/>
              <a:ext cx="0" cy="158768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3DADCD6-403B-9F2E-19BE-9AAC9D1E6A7A}"/>
                </a:ext>
              </a:extLst>
            </p:cNvPr>
            <p:cNvSpPr/>
            <p:nvPr/>
          </p:nvSpPr>
          <p:spPr>
            <a:xfrm>
              <a:off x="8493726" y="468244"/>
              <a:ext cx="3015174" cy="1238914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F48402F-624F-6DD4-6EF7-12321E1D50D2}"/>
                </a:ext>
              </a:extLst>
            </p:cNvPr>
            <p:cNvSpPr txBox="1"/>
            <p:nvPr/>
          </p:nvSpPr>
          <p:spPr>
            <a:xfrm>
              <a:off x="8710249" y="533589"/>
              <a:ext cx="294717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The final text that is inserted when </a:t>
              </a:r>
              <a:r>
                <a:rPr lang="en-US" sz="2000" dirty="0">
                  <a:solidFill>
                    <a:schemeClr val="accent1"/>
                  </a:solidFill>
                </a:rPr>
                <a:t>\end{env name} </a:t>
              </a:r>
              <a:r>
                <a:rPr lang="en-US" sz="2000" dirty="0"/>
                <a:t>is called.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4288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5CA673-4DB4-0002-D96A-9B6335C41D47}"/>
              </a:ext>
            </a:extLst>
          </p:cNvPr>
          <p:cNvSpPr txBox="1"/>
          <p:nvPr/>
        </p:nvSpPr>
        <p:spPr>
          <a:xfrm>
            <a:off x="3300549" y="3044279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207209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1784</TotalTime>
  <Words>86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12</cp:revision>
  <dcterms:created xsi:type="dcterms:W3CDTF">2023-11-09T11:11:13Z</dcterms:created>
  <dcterms:modified xsi:type="dcterms:W3CDTF">2023-11-10T21:37:39Z</dcterms:modified>
</cp:coreProperties>
</file>