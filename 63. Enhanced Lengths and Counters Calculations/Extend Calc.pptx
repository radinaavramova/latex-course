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0D14-A89F-CC0E-D78B-956CACEBA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1FAEE-FDEB-40FB-2473-5E1CE4EAD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0508B-3DB8-E81F-120F-CF81CAA5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3673A-B7E7-A299-5A84-16A2D3BB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E435-0239-42D6-6DA1-D40841FD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9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888C-8830-2BE7-18EB-30DF01E7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9A52-5D46-BE0E-0D58-E707E0A6E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52E1D-1DEB-695F-B6D3-8A977074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35F4F-609F-208C-E4F2-9C250744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2B342-50A0-464E-BCE6-92660F42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6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8C6-C383-969B-3550-BF4E7166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6264F-A3D3-71F4-535D-B7F320DD4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5093-F9FD-38BC-F0BC-2955819B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39AA-7F67-8CE0-C4C4-989691F9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1B43C-564E-C6F6-7593-761D8139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5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4204-629A-4418-1513-5C7CC446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F852E-D1C1-9757-3DA7-154CD9122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DB209-3C7E-E55C-ABDA-797093230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DB4DE-9FD1-5BE2-DB0A-FA98B2CD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DEA07-06CF-71C3-6796-7E452D32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2517-44C6-9455-0BB3-F0D5C925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7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FA28-9F27-438C-A74F-D9A8BD671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2CC05-F156-410B-CD94-3751468B4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3EB73-2206-7B5A-56C4-7FC45CEBC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48E95-AAD5-854D-616E-79ACD8C97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622E1-3E79-4F48-12C3-D9E713BBA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61513-7418-AC58-DDBD-E9BB7074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18990-77C6-999B-04B6-02E5FB32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33848-5557-8065-9522-D123A8A7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E45E-265C-95C1-40BC-B9FBB4D2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1BC62-C9E1-F584-B282-5A1CE67E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11FE2-FA79-6135-DC63-EC6D03CC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4350D-B1DC-7BB4-F2A9-BABAE8E4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5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7FD79-44C7-FEE7-B586-5A7B80A5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3F8F0-A378-4D04-90DA-A4DA42BF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31891-245D-7CCA-CC15-D3D04713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9683-0BF7-3702-8332-61D119EA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6A340-53F1-F2F6-0B37-3AE66C815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3452C-0C5C-14A2-F08B-FCA209946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76D4A-2840-EF93-4FCF-812F7F20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23BDC-D510-7464-6AB5-07F874A5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BEE02-2DA5-1919-782A-EED50C1A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1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E809-0EE3-66AA-EE23-C788BA64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E9532-2A78-DCDB-8ABF-D36AE3442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6F44E-7794-094C-D23A-E4E87230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FB85A-B5F5-D762-B68F-ED3EA996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03912-1CC0-F937-FB68-81F54A6D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DFA49-0C56-D899-8B93-876E63E6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2F1B-2473-88C0-4F1B-02E65575E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94783-0769-4A96-8A43-39E923E0B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3A835-4365-4BD0-67AA-BC258456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0E0EF-1B2A-3DB9-C5C5-E80C5CB9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7DB94-6449-F156-CF8F-3B2AC822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4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0D69B6-7D3F-9447-A5AF-D3D322769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01F11-524E-FBCF-D285-E22201F2D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AAA28-0CE6-5AE1-E9CE-66146B46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AE78-ADC9-CB08-48C2-8A59E066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620B7-73C8-013A-FC21-7DD77A9D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8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33FEC-36E6-1425-EE6D-E6EA9EF0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09D5E-88A0-B965-211E-D66BD6C9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412A4-719E-2B65-4952-81C25DFF6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2450B-C3E9-4915-B182-78BC41C6AF0D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7B8E-2765-564D-2245-AA1FB6B30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B297F-EDF1-03DC-3846-7116A221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B77DE-961E-44E2-9F52-BFAE3BDBF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0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906FC7-797F-5D4E-0012-5ADFBB31E7F6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CB1C5D-CE05-70C1-ECE6-69F53CA6199D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22B2E8-2D61-03FF-8C55-161E4332AC93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6E054-3A70-D46A-D208-7E88F82E77DB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EB58-7BE6-6980-B152-452DD3280D46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Counters and Lengths Calculations</a:t>
            </a:r>
          </a:p>
        </p:txBody>
      </p:sp>
    </p:spTree>
    <p:extLst>
      <p:ext uri="{BB962C8B-B14F-4D97-AF65-F5344CB8AC3E}">
        <p14:creationId xmlns:p14="http://schemas.microsoft.com/office/powerpoint/2010/main" val="146673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43ACB0-BE80-C5B1-77C8-693F33C870A1}"/>
              </a:ext>
            </a:extLst>
          </p:cNvPr>
          <p:cNvSpPr/>
          <p:nvPr/>
        </p:nvSpPr>
        <p:spPr>
          <a:xfrm>
            <a:off x="675249" y="393895"/>
            <a:ext cx="3629465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calc Package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4243C5-8E7B-B759-21D3-DB3EDDF900A0}"/>
              </a:ext>
            </a:extLst>
          </p:cNvPr>
          <p:cNvGrpSpPr/>
          <p:nvPr/>
        </p:nvGrpSpPr>
        <p:grpSpPr>
          <a:xfrm>
            <a:off x="1547446" y="1589649"/>
            <a:ext cx="9059594" cy="1923224"/>
            <a:chOff x="1547446" y="1589649"/>
            <a:chExt cx="9059594" cy="20163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25AB28-6400-CFF2-65F5-C9E5C8D1FE36}"/>
                </a:ext>
              </a:extLst>
            </p:cNvPr>
            <p:cNvSpPr/>
            <p:nvPr/>
          </p:nvSpPr>
          <p:spPr>
            <a:xfrm>
              <a:off x="1547446" y="1589649"/>
              <a:ext cx="9059594" cy="16740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AAAB77-7F5D-1331-B4F5-774C240F2D81}"/>
                </a:ext>
              </a:extLst>
            </p:cNvPr>
            <p:cNvSpPr txBox="1"/>
            <p:nvPr/>
          </p:nvSpPr>
          <p:spPr>
            <a:xfrm>
              <a:off x="1730326" y="1702190"/>
              <a:ext cx="8707902" cy="1903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The package redefines: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accent2"/>
                  </a:solidFill>
                </a:rPr>
                <a:t>\</a:t>
              </a:r>
              <a:r>
                <a:rPr lang="en-US" sz="2800" dirty="0" err="1">
                  <a:solidFill>
                    <a:schemeClr val="accent2"/>
                  </a:solidFill>
                </a:rPr>
                <a:t>setcounter</a:t>
              </a:r>
              <a:r>
                <a:rPr lang="en-US" sz="2800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and </a:t>
              </a:r>
              <a:r>
                <a:rPr lang="en-US" sz="2800" dirty="0">
                  <a:solidFill>
                    <a:schemeClr val="accent2"/>
                  </a:solidFill>
                </a:rPr>
                <a:t>\</a:t>
              </a:r>
              <a:r>
                <a:rPr lang="en-US" sz="2800" dirty="0" err="1">
                  <a:solidFill>
                    <a:schemeClr val="accent2"/>
                  </a:solidFill>
                </a:rPr>
                <a:t>addtocounter</a:t>
              </a:r>
              <a:endParaRPr lang="en-US" sz="28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accent2"/>
                  </a:solidFill>
                </a:rPr>
                <a:t>\</a:t>
              </a:r>
              <a:r>
                <a:rPr lang="en-US" sz="2800" dirty="0" err="1">
                  <a:solidFill>
                    <a:schemeClr val="accent2"/>
                  </a:solidFill>
                </a:rPr>
                <a:t>setlength</a:t>
              </a:r>
              <a:r>
                <a:rPr lang="en-US" sz="2800" dirty="0">
                  <a:solidFill>
                    <a:schemeClr val="accent2"/>
                  </a:solidFill>
                </a:rPr>
                <a:t>   </a:t>
              </a:r>
              <a:r>
                <a:rPr lang="en-US" sz="2800" dirty="0"/>
                <a:t>and</a:t>
              </a:r>
              <a:r>
                <a:rPr lang="en-US" sz="2800" dirty="0">
                  <a:solidFill>
                    <a:schemeClr val="accent2"/>
                  </a:solidFill>
                </a:rPr>
                <a:t>  \</a:t>
              </a:r>
              <a:r>
                <a:rPr lang="en-US" sz="2800" dirty="0" err="1">
                  <a:solidFill>
                    <a:schemeClr val="accent2"/>
                  </a:solidFill>
                </a:rPr>
                <a:t>addtolength</a:t>
              </a:r>
              <a:endParaRPr lang="en-US" sz="2800" dirty="0">
                <a:solidFill>
                  <a:schemeClr val="accent2"/>
                </a:solidFill>
              </a:endParaRPr>
            </a:p>
            <a:p>
              <a:endParaRPr lang="en-US" sz="28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0D6E41-8079-2F25-D1A9-C8A4CED0DE91}"/>
              </a:ext>
            </a:extLst>
          </p:cNvPr>
          <p:cNvGrpSpPr/>
          <p:nvPr/>
        </p:nvGrpSpPr>
        <p:grpSpPr>
          <a:xfrm>
            <a:off x="464234" y="4093698"/>
            <a:ext cx="5050301" cy="1174653"/>
            <a:chOff x="464234" y="4093698"/>
            <a:chExt cx="4909625" cy="128719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66616DB-05D2-3C03-F5EF-69DF0A402EC3}"/>
                </a:ext>
              </a:extLst>
            </p:cNvPr>
            <p:cNvSpPr/>
            <p:nvPr/>
          </p:nvSpPr>
          <p:spPr>
            <a:xfrm>
              <a:off x="464234" y="4093699"/>
              <a:ext cx="4909625" cy="128719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A28365B-63DF-931D-3F16-4C6684D2C840}"/>
                </a:ext>
              </a:extLst>
            </p:cNvPr>
            <p:cNvSpPr/>
            <p:nvPr/>
          </p:nvSpPr>
          <p:spPr>
            <a:xfrm>
              <a:off x="464234" y="4093698"/>
              <a:ext cx="1758461" cy="478301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Previously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482DBF5-AD23-8DB1-9EA5-00D648E47F5A}"/>
              </a:ext>
            </a:extLst>
          </p:cNvPr>
          <p:cNvSpPr txBox="1"/>
          <p:nvPr/>
        </p:nvSpPr>
        <p:spPr>
          <a:xfrm>
            <a:off x="654147" y="4618437"/>
            <a:ext cx="4719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\</a:t>
            </a:r>
            <a:r>
              <a:rPr lang="en-US" sz="2800" dirty="0" err="1">
                <a:solidFill>
                  <a:schemeClr val="accent2"/>
                </a:solidFill>
              </a:rPr>
              <a:t>setcounter</a:t>
            </a:r>
            <a:r>
              <a:rPr lang="en-US" sz="2800" dirty="0"/>
              <a:t>{6} </a:t>
            </a:r>
            <a:r>
              <a:rPr lang="en-US" sz="2800" dirty="0">
                <a:sym typeface="Wingdings" panose="05000000000000000000" pitchFamily="2" charset="2"/>
              </a:rPr>
              <a:t> Simple Value</a:t>
            </a:r>
            <a:endParaRPr lang="en-US" sz="2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B09FE5-3E6A-27BD-7877-F11F173926B6}"/>
              </a:ext>
            </a:extLst>
          </p:cNvPr>
          <p:cNvCxnSpPr>
            <a:cxnSpLocks/>
          </p:cNvCxnSpPr>
          <p:nvPr/>
        </p:nvCxnSpPr>
        <p:spPr>
          <a:xfrm>
            <a:off x="5978769" y="4743680"/>
            <a:ext cx="59084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04F5DE-9FF4-25D3-23DE-8170B923062C}"/>
              </a:ext>
            </a:extLst>
          </p:cNvPr>
          <p:cNvGrpSpPr/>
          <p:nvPr/>
        </p:nvGrpSpPr>
        <p:grpSpPr>
          <a:xfrm>
            <a:off x="6876757" y="4093698"/>
            <a:ext cx="5050301" cy="1856936"/>
            <a:chOff x="464234" y="4093698"/>
            <a:chExt cx="4909625" cy="128719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4953913-7AE1-5726-D44E-846713EAFA96}"/>
                </a:ext>
              </a:extLst>
            </p:cNvPr>
            <p:cNvSpPr/>
            <p:nvPr/>
          </p:nvSpPr>
          <p:spPr>
            <a:xfrm>
              <a:off x="464234" y="4093699"/>
              <a:ext cx="4909625" cy="128719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ACC5053-54D5-E98C-8F5E-105A0D1293F3}"/>
                </a:ext>
              </a:extLst>
            </p:cNvPr>
            <p:cNvSpPr/>
            <p:nvPr/>
          </p:nvSpPr>
          <p:spPr>
            <a:xfrm>
              <a:off x="464234" y="4093698"/>
              <a:ext cx="1758461" cy="478301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Now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F2C0630-2DEB-FF45-EB4E-A603C7849152}"/>
              </a:ext>
            </a:extLst>
          </p:cNvPr>
          <p:cNvSpPr txBox="1"/>
          <p:nvPr/>
        </p:nvSpPr>
        <p:spPr>
          <a:xfrm>
            <a:off x="7207347" y="4798157"/>
            <a:ext cx="4719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\</a:t>
            </a:r>
            <a:r>
              <a:rPr lang="en-US" sz="2800" dirty="0" err="1">
                <a:solidFill>
                  <a:schemeClr val="accent2"/>
                </a:solidFill>
              </a:rPr>
              <a:t>setcounter</a:t>
            </a:r>
            <a:r>
              <a:rPr lang="en-US" sz="2800" dirty="0"/>
              <a:t>{2*3} </a:t>
            </a:r>
            <a:r>
              <a:rPr lang="en-US" sz="2800" dirty="0">
                <a:sym typeface="Wingdings" panose="05000000000000000000" pitchFamily="2" charset="2"/>
              </a:rPr>
              <a:t> Arithmetic obtained input.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963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1C03C1-A006-CFFC-A012-8E6772F1E481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44486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55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8</cp:revision>
  <dcterms:created xsi:type="dcterms:W3CDTF">2023-12-20T15:19:11Z</dcterms:created>
  <dcterms:modified xsi:type="dcterms:W3CDTF">2023-12-21T00:02:19Z</dcterms:modified>
</cp:coreProperties>
</file>