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B1CE-6E4E-4E07-8D86-F5892863A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E9048-3020-4D57-8D2B-4B2AB666D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CF1E2-AEDF-4311-A027-618D3735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E4A01-D9C5-4EBC-ABD1-60BBB5F3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310A7-CFF7-43EA-AC77-DDD6CC5C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4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2733-A5F4-47F1-97D2-1FCD4EFB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59E56-F9A9-4AA9-AF53-D28E6B2DF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5116A-88C5-4D8C-B7F3-49F68AE77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B1813-61BF-4115-AC62-CC90402B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2093-8A57-4E00-AAAF-115428BB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3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D9FF-6214-4D12-B12A-C813AE866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F15D6-0FA9-4153-B3F1-50BFC5DAC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47CED-708D-4590-9290-5DA9D57BB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1897A-3A6F-44BF-83B5-47BE6ED2D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FC662-4F5F-4825-9C3E-DE0724AE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7145-57FB-4D04-AF81-0604A294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FA12C-F293-4D42-B097-364279BC1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0589F-162D-49E8-ABE2-E4623E2BA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36977-FC75-4C99-91F8-424D1C8B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CDBAE-2D11-41A5-810C-92309EE6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F4086-03FB-4FB3-85D4-3B048CA9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01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FDD8-4239-4E28-A448-9F8C108A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1E195-9A26-4D71-91DE-8274DA62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5A4C1-62F7-4B09-8471-F20D2EA8D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82E3B-AC5C-44A0-92BF-46F460FBA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6624D-71F3-4199-B17E-6CCE0F127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9501A9-F8C0-4035-9B54-9451CF0F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E25A1-A568-4ECB-996F-93ADD2139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D2D3A3-EECA-4FE4-8924-1C962159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29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4F73-BF17-463D-96CD-CFF85927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38FAD-77D3-4FF6-A997-3EDE9B32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62AE4-A836-4C13-B881-BBF9508A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17C6F-4C0C-4C06-8E65-1BCFF335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4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9F522-FA07-49B3-9700-C2064FDE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999BE-72AA-4FA6-AA98-DB5BBB464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6720-B022-4F66-90C9-8769C148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6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1978-266A-4DE8-B589-9039CB7A2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E3AAC-0D7A-4666-B5F8-CC872CCB5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05E42-3CAC-4257-B88E-2CDC7CE9E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9D4FC-F929-40FF-B55B-7358BC75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24A9A-5DBB-4705-9B13-21330370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DA824-4E7C-454F-9502-3F59559B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3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CF19-E0E6-4AF7-8434-30E3214C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85DDCF-A738-4DC1-9E6B-3E81B79EF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E8640-997C-4670-9542-4208D4848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B744E-ACB0-4DEB-A11C-44867990A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104B1-0FF4-4594-A2E5-0C6EF92C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83060-E34B-4DE8-9116-3E9F3F93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9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6F1E8-438D-48B3-BEE4-5055B9A5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5CA79-2A3F-4DB0-AB52-78C0C329C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824FF-EF5F-4A08-978D-F67193AE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B8A5B-1274-40BE-9197-37158E1B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EBB5A-3612-4763-94A9-D9DD7FEC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0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526BD-5950-453F-9793-6E72448E8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8EE38-0AB9-4023-89C7-534CFD522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81F5F-EFAA-4BFD-B1A2-C4D4728C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013E1-F075-48BE-8554-EDF7A70ED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7EC2-BD62-49FE-806D-F1BE59270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1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118C6B-9E7F-436B-882A-4D02190A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D2EF0-BDA2-4DCB-B042-53BFDBC55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0B79D-9A0D-4DA7-B51A-82C4299D5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9173B-A547-44BF-8105-D1B12FA013D9}" type="datetimeFigureOut">
              <a:rPr lang="en-US" smtClean="0"/>
              <a:t>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4FDEA-1814-4812-85F3-0CD41E817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85649-C330-4B37-A5D6-BD315A353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1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71AD91-D665-4553-8626-42638E485C0B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D37E6C-97DE-427A-AA91-70D1C2552EA2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A8734A01-309C-4684-A334-E19A8D730B0B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884FF0-105B-41C3-B410-BEF1600CAF4C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1BE48-8435-440A-80E6-42AEB5278330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Cross Referencing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117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6A8529-01EB-4AE5-B03A-6958EA36680C}"/>
              </a:ext>
            </a:extLst>
          </p:cNvPr>
          <p:cNvSpPr/>
          <p:nvPr/>
        </p:nvSpPr>
        <p:spPr>
          <a:xfrm>
            <a:off x="1772529" y="1976511"/>
            <a:ext cx="4942449" cy="87219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Refer to Section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0E041C-BEF5-4B5B-80A8-01DC2171251B}"/>
              </a:ext>
            </a:extLst>
          </p:cNvPr>
          <p:cNvSpPr/>
          <p:nvPr/>
        </p:nvSpPr>
        <p:spPr>
          <a:xfrm>
            <a:off x="407963" y="492370"/>
            <a:ext cx="4459459" cy="99880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Referencing Mechanism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33C9C5-5D32-4ACC-8ACD-1D4331BEB52D}"/>
              </a:ext>
            </a:extLst>
          </p:cNvPr>
          <p:cNvSpPr/>
          <p:nvPr/>
        </p:nvSpPr>
        <p:spPr>
          <a:xfrm>
            <a:off x="1772529" y="3826412"/>
            <a:ext cx="3094893" cy="191320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\section{Insights}</a:t>
            </a:r>
          </a:p>
          <a:p>
            <a:pPr algn="ctr"/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\label{}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B8702C-DF38-490B-B756-750B967A56FA}"/>
              </a:ext>
            </a:extLst>
          </p:cNvPr>
          <p:cNvSpPr/>
          <p:nvPr/>
        </p:nvSpPr>
        <p:spPr>
          <a:xfrm>
            <a:off x="7324578" y="3826412"/>
            <a:ext cx="3094893" cy="191320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 to the Insights Section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\ref{}</a:t>
            </a:r>
          </a:p>
        </p:txBody>
      </p:sp>
    </p:spTree>
    <p:extLst>
      <p:ext uri="{BB962C8B-B14F-4D97-AF65-F5344CB8AC3E}">
        <p14:creationId xmlns:p14="http://schemas.microsoft.com/office/powerpoint/2010/main" val="271988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3B3E30-61C7-4A4B-9CCD-8E4A69517954}"/>
              </a:ext>
            </a:extLst>
          </p:cNvPr>
          <p:cNvSpPr/>
          <p:nvPr/>
        </p:nvSpPr>
        <p:spPr>
          <a:xfrm>
            <a:off x="647113" y="414999"/>
            <a:ext cx="4332849" cy="102694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Label Name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2EB2BE-8668-4BB1-BA8D-6082B68629D1}"/>
              </a:ext>
            </a:extLst>
          </p:cNvPr>
          <p:cNvSpPr/>
          <p:nvPr/>
        </p:nvSpPr>
        <p:spPr>
          <a:xfrm>
            <a:off x="2813537" y="1927274"/>
            <a:ext cx="6006905" cy="102694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{CompName:PartName}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BE560F7-F22B-4369-A89A-7CAE866AE856}"/>
              </a:ext>
            </a:extLst>
          </p:cNvPr>
          <p:cNvSpPr/>
          <p:nvPr/>
        </p:nvSpPr>
        <p:spPr>
          <a:xfrm>
            <a:off x="2215661" y="3671667"/>
            <a:ext cx="1786597" cy="1659988"/>
          </a:xfrm>
          <a:prstGeom prst="wedgeRoundRectCallout">
            <a:avLst>
              <a:gd name="adj1" fmla="val 76805"/>
              <a:gd name="adj2" fmla="val -108686"/>
              <a:gd name="adj3" fmla="val 166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Chapter,</a:t>
            </a:r>
          </a:p>
          <a:p>
            <a:pPr algn="ctr"/>
            <a:r>
              <a:rPr lang="en-US" dirty="0"/>
              <a:t>Section,</a:t>
            </a:r>
          </a:p>
          <a:p>
            <a:pPr algn="ctr"/>
            <a:r>
              <a:rPr lang="en-US" dirty="0"/>
              <a:t>Subsection,</a:t>
            </a:r>
          </a:p>
          <a:p>
            <a:pPr algn="ctr"/>
            <a:r>
              <a:rPr lang="en-US" dirty="0"/>
              <a:t>etc.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030E873-A305-43F5-BDCE-F8889C277C15}"/>
              </a:ext>
            </a:extLst>
          </p:cNvPr>
          <p:cNvSpPr/>
          <p:nvPr/>
        </p:nvSpPr>
        <p:spPr>
          <a:xfrm>
            <a:off x="7296445" y="3550333"/>
            <a:ext cx="1786597" cy="1781322"/>
          </a:xfrm>
          <a:prstGeom prst="wedgeRoundRectCallout">
            <a:avLst>
              <a:gd name="adj1" fmla="val -64039"/>
              <a:gd name="adj2" fmla="val -97355"/>
              <a:gd name="adj3" fmla="val 166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Introduction,</a:t>
            </a:r>
          </a:p>
          <a:p>
            <a:pPr algn="ctr"/>
            <a:r>
              <a:rPr lang="en-US" sz="2000" dirty="0"/>
              <a:t>Conclusion,</a:t>
            </a:r>
          </a:p>
          <a:p>
            <a:pPr algn="ctr"/>
            <a:r>
              <a:rPr lang="en-US" sz="2000" dirty="0"/>
              <a:t>etc.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4D8133-4502-4A0C-94C9-29391751DA62}"/>
              </a:ext>
            </a:extLst>
          </p:cNvPr>
          <p:cNvSpPr/>
          <p:nvPr/>
        </p:nvSpPr>
        <p:spPr>
          <a:xfrm>
            <a:off x="4468834" y="5781818"/>
            <a:ext cx="2696310" cy="70338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{</a:t>
            </a:r>
            <a:r>
              <a:rPr lang="en-US" sz="3200" dirty="0" err="1"/>
              <a:t>chap:intro</a:t>
            </a:r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213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DECBD6-0CDF-43AD-BD5E-3FAD2ACE9148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330004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67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7</cp:revision>
  <dcterms:created xsi:type="dcterms:W3CDTF">2022-02-05T11:56:05Z</dcterms:created>
  <dcterms:modified xsi:type="dcterms:W3CDTF">2022-02-12T00:23:24Z</dcterms:modified>
</cp:coreProperties>
</file>