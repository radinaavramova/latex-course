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2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5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8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4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8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2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2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9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2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9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9EBDF-F78D-4E9D-B55B-04A88686FAF5}" type="datetimeFigureOut">
              <a:rPr lang="en-US" smtClean="0"/>
              <a:t>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43178-E307-4C2D-B59C-F62A8D7D1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3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Theorems and Proofs.</a:t>
            </a:r>
          </a:p>
        </p:txBody>
      </p:sp>
    </p:spTree>
    <p:extLst>
      <p:ext uri="{BB962C8B-B14F-4D97-AF65-F5344CB8AC3E}">
        <p14:creationId xmlns:p14="http://schemas.microsoft.com/office/powerpoint/2010/main" val="211107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5638" y="284018"/>
            <a:ext cx="4322618" cy="101138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Styles</a:t>
            </a:r>
          </a:p>
        </p:txBody>
      </p:sp>
      <p:sp>
        <p:nvSpPr>
          <p:cNvPr id="6" name="Oval 5"/>
          <p:cNvSpPr/>
          <p:nvPr/>
        </p:nvSpPr>
        <p:spPr>
          <a:xfrm>
            <a:off x="955964" y="2189018"/>
            <a:ext cx="803563" cy="8174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983673" y="3616036"/>
            <a:ext cx="803563" cy="8174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1011382" y="5043054"/>
            <a:ext cx="803563" cy="8174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6836" y="2189018"/>
            <a:ext cx="2341420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6836" y="3636817"/>
            <a:ext cx="2341420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6836" y="5043054"/>
            <a:ext cx="2341420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3164" y="2189018"/>
            <a:ext cx="6664036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boldface title, Roman body. Commonly used in definitions, conditions, problems and examples.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3164" y="3636817"/>
            <a:ext cx="6664036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boldface title, italicized body. Commonly used in theorems, lemmas, corollaries, propositions and conjectures.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3164" y="5043054"/>
            <a:ext cx="6664036" cy="8174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 italicized title, Roman body. Commonly used in remarks, notes, annotations, claims, cases, acknowledgments and conclusions.</a:t>
            </a:r>
          </a:p>
        </p:txBody>
      </p:sp>
    </p:spTree>
    <p:extLst>
      <p:ext uri="{BB962C8B-B14F-4D97-AF65-F5344CB8AC3E}">
        <p14:creationId xmlns:p14="http://schemas.microsoft.com/office/powerpoint/2010/main" val="300220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65018" y="263236"/>
            <a:ext cx="5140037" cy="87283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Theorem 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218" y="1371600"/>
            <a:ext cx="9933709" cy="525087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\</a:t>
            </a:r>
            <a:r>
              <a:rPr lang="en-US" sz="3200" dirty="0" err="1"/>
              <a:t>newtheoremstyle</a:t>
            </a:r>
            <a:r>
              <a:rPr lang="en-US" sz="3200" dirty="0"/>
              <a:t>{</a:t>
            </a:r>
            <a:r>
              <a:rPr lang="en-US" sz="3200" dirty="0" err="1"/>
              <a:t>styleName</a:t>
            </a:r>
            <a:r>
              <a:rPr lang="en-US" sz="3200" dirty="0"/>
              <a:t>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{Space Above}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{Space Below}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{Body Font}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{Indent Amount}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{Theorem Head Font}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200" dirty="0"/>
              <a:t>Punctuation after theorem head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200" dirty="0"/>
              <a:t>Space after theorem head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6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200" dirty="0"/>
              <a:t>Theorem head spec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413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71055" y="249382"/>
            <a:ext cx="6248399" cy="120534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Phfthm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1490" y="1662542"/>
            <a:ext cx="2590799" cy="494607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conjecture.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36471" y="3752845"/>
            <a:ext cx="2978727" cy="765465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9381" y="3235034"/>
            <a:ext cx="3948546" cy="180109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Option: [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thmset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=rich]</a:t>
            </a:r>
          </a:p>
        </p:txBody>
      </p:sp>
    </p:spTree>
    <p:extLst>
      <p:ext uri="{BB962C8B-B14F-4D97-AF65-F5344CB8AC3E}">
        <p14:creationId xmlns:p14="http://schemas.microsoft.com/office/powerpoint/2010/main" val="124291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90689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168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AM MAR</cp:lastModifiedBy>
  <cp:revision>11</cp:revision>
  <dcterms:created xsi:type="dcterms:W3CDTF">2021-12-16T12:29:31Z</dcterms:created>
  <dcterms:modified xsi:type="dcterms:W3CDTF">2022-01-22T22:28:53Z</dcterms:modified>
</cp:coreProperties>
</file>