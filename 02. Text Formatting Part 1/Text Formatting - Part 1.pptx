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0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2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3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4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5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7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3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3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2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12CE1-BD5A-40B6-A625-47A43F51231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413C7-7837-4CC9-B560-DFAF29020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2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Formatting – Part 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40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0435" y="609601"/>
            <a:ext cx="6373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Auto-Formats of Sectional Units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4973" y="1536134"/>
            <a:ext cx="270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&amp;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784973" y="2367407"/>
            <a:ext cx="1967345" cy="554182"/>
            <a:chOff x="1454728" y="2355273"/>
            <a:chExt cx="1967345" cy="554182"/>
          </a:xfrm>
        </p:grpSpPr>
        <p:sp>
          <p:nvSpPr>
            <p:cNvPr id="6" name="Rounded Rectangle 5"/>
            <p:cNvSpPr/>
            <p:nvPr/>
          </p:nvSpPr>
          <p:spPr>
            <a:xfrm>
              <a:off x="1454728" y="2355273"/>
              <a:ext cx="1967345" cy="55418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83327" y="2447698"/>
              <a:ext cx="1510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\chapter{} (1)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784969" y="3651553"/>
            <a:ext cx="1967345" cy="554182"/>
            <a:chOff x="1454728" y="2355273"/>
            <a:chExt cx="1967345" cy="554182"/>
          </a:xfrm>
        </p:grpSpPr>
        <p:sp>
          <p:nvSpPr>
            <p:cNvPr id="10" name="Rounded Rectangle 9"/>
            <p:cNvSpPr/>
            <p:nvPr/>
          </p:nvSpPr>
          <p:spPr>
            <a:xfrm>
              <a:off x="1454728" y="2355273"/>
              <a:ext cx="1967345" cy="55418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69026" y="2447698"/>
              <a:ext cx="1738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\section{} (1.1)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416492" y="4935699"/>
            <a:ext cx="3200003" cy="554182"/>
            <a:chOff x="1454728" y="2355273"/>
            <a:chExt cx="2327962" cy="554182"/>
          </a:xfrm>
        </p:grpSpPr>
        <p:sp>
          <p:nvSpPr>
            <p:cNvPr id="13" name="Rounded Rectangle 12"/>
            <p:cNvSpPr/>
            <p:nvPr/>
          </p:nvSpPr>
          <p:spPr>
            <a:xfrm>
              <a:off x="1454728" y="2355273"/>
              <a:ext cx="1967345" cy="55418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28304" y="2447698"/>
              <a:ext cx="2154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\subsection{} (1.1.1)</a:t>
              </a:r>
              <a:endParaRPr lang="en-US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509166" y="1536134"/>
            <a:ext cx="270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121238" y="2293948"/>
            <a:ext cx="1967345" cy="554182"/>
            <a:chOff x="1454728" y="2355273"/>
            <a:chExt cx="1967345" cy="554182"/>
          </a:xfrm>
        </p:grpSpPr>
        <p:sp>
          <p:nvSpPr>
            <p:cNvPr id="19" name="Rounded Rectangle 18"/>
            <p:cNvSpPr/>
            <p:nvPr/>
          </p:nvSpPr>
          <p:spPr>
            <a:xfrm>
              <a:off x="1454728" y="2355273"/>
              <a:ext cx="1967345" cy="55418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83327" y="2447698"/>
              <a:ext cx="1510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\section{} (1)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121236" y="3658476"/>
            <a:ext cx="2033158" cy="554182"/>
            <a:chOff x="1454728" y="2355273"/>
            <a:chExt cx="2033158" cy="554182"/>
          </a:xfrm>
        </p:grpSpPr>
        <p:sp>
          <p:nvSpPr>
            <p:cNvPr id="22" name="Rounded Rectangle 21"/>
            <p:cNvSpPr/>
            <p:nvPr/>
          </p:nvSpPr>
          <p:spPr>
            <a:xfrm>
              <a:off x="1454728" y="2355273"/>
              <a:ext cx="1967345" cy="55418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54728" y="2431893"/>
              <a:ext cx="2033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\subsection{} (1.1)</a:t>
              </a:r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747165" y="4935700"/>
            <a:ext cx="3034145" cy="554182"/>
            <a:chOff x="1454728" y="2355273"/>
            <a:chExt cx="2151972" cy="554182"/>
          </a:xfrm>
        </p:grpSpPr>
        <p:sp>
          <p:nvSpPr>
            <p:cNvPr id="25" name="Rounded Rectangle 24"/>
            <p:cNvSpPr/>
            <p:nvPr/>
          </p:nvSpPr>
          <p:spPr>
            <a:xfrm>
              <a:off x="1454728" y="2355273"/>
              <a:ext cx="1967345" cy="55418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04716" y="2447698"/>
              <a:ext cx="2001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</a:t>
              </a:r>
              <a:r>
                <a:rPr lang="en-US" dirty="0" err="1" smtClean="0"/>
                <a:t>subsubsection</a:t>
              </a:r>
              <a:r>
                <a:rPr lang="en-US" dirty="0" smtClean="0"/>
                <a:t>{} (1.1.1)</a:t>
              </a:r>
              <a:endParaRPr lang="en-US" dirty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086247" y="5957913"/>
            <a:ext cx="10183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Put an asterisk to suppress the auto section naming: \chapter*{}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5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2728" y="554182"/>
            <a:ext cx="9421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Aligning Environments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108364" y="1676400"/>
            <a:ext cx="2729345" cy="706582"/>
            <a:chOff x="1108364" y="1676400"/>
            <a:chExt cx="2729345" cy="706582"/>
          </a:xfrm>
        </p:grpSpPr>
        <p:sp>
          <p:nvSpPr>
            <p:cNvPr id="5" name="Rounded Rectangle 4"/>
            <p:cNvSpPr/>
            <p:nvPr/>
          </p:nvSpPr>
          <p:spPr>
            <a:xfrm>
              <a:off x="1108364" y="1676400"/>
              <a:ext cx="2729345" cy="7065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10145" y="1798858"/>
              <a:ext cx="22167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Aligning 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312728" y="1697182"/>
            <a:ext cx="2729345" cy="706582"/>
            <a:chOff x="8312728" y="1697182"/>
            <a:chExt cx="2729345" cy="706582"/>
          </a:xfrm>
        </p:grpSpPr>
        <p:sp>
          <p:nvSpPr>
            <p:cNvPr id="6" name="Rounded Rectangle 5"/>
            <p:cNvSpPr/>
            <p:nvPr/>
          </p:nvSpPr>
          <p:spPr>
            <a:xfrm>
              <a:off x="8312728" y="1697182"/>
              <a:ext cx="2729345" cy="7065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00655" y="1819640"/>
              <a:ext cx="22167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Aligning 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585855" y="1697182"/>
            <a:ext cx="2819399" cy="706582"/>
            <a:chOff x="4585855" y="1697182"/>
            <a:chExt cx="2819399" cy="706582"/>
          </a:xfrm>
        </p:grpSpPr>
        <p:sp>
          <p:nvSpPr>
            <p:cNvPr id="7" name="Rounded Rectangle 6"/>
            <p:cNvSpPr/>
            <p:nvPr/>
          </p:nvSpPr>
          <p:spPr>
            <a:xfrm>
              <a:off x="4585855" y="1697182"/>
              <a:ext cx="2729345" cy="7065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88527" y="1819640"/>
              <a:ext cx="22167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Centering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108363" y="2673927"/>
            <a:ext cx="2729345" cy="3546764"/>
            <a:chOff x="1108363" y="2673927"/>
            <a:chExt cx="2729345" cy="3546764"/>
          </a:xfrm>
        </p:grpSpPr>
        <p:sp>
          <p:nvSpPr>
            <p:cNvPr id="11" name="Rounded Rectangle 10"/>
            <p:cNvSpPr/>
            <p:nvPr/>
          </p:nvSpPr>
          <p:spPr>
            <a:xfrm>
              <a:off x="1108363" y="2673927"/>
              <a:ext cx="2729345" cy="3546764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85455" y="2978727"/>
              <a:ext cx="220287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\begin{</a:t>
              </a:r>
              <a:r>
                <a:rPr lang="en-US" dirty="0" err="1" smtClean="0"/>
                <a:t>flushleft</a:t>
              </a:r>
              <a:r>
                <a:rPr lang="en-US" dirty="0" smtClean="0"/>
                <a:t>}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\end{</a:t>
              </a:r>
              <a:r>
                <a:rPr lang="en-US" dirty="0" err="1" smtClean="0"/>
                <a:t>flushleft</a:t>
              </a:r>
              <a:r>
                <a:rPr lang="en-US" dirty="0" smtClean="0"/>
                <a:t>}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585855" y="2673927"/>
            <a:ext cx="2729345" cy="3546764"/>
            <a:chOff x="4585855" y="2673927"/>
            <a:chExt cx="2729345" cy="3546764"/>
          </a:xfrm>
        </p:grpSpPr>
        <p:sp>
          <p:nvSpPr>
            <p:cNvPr id="13" name="Rounded Rectangle 12"/>
            <p:cNvSpPr/>
            <p:nvPr/>
          </p:nvSpPr>
          <p:spPr>
            <a:xfrm>
              <a:off x="4585855" y="2673927"/>
              <a:ext cx="2729345" cy="3546764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32218" y="2978727"/>
              <a:ext cx="2036618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\begin{center}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\end{center}</a:t>
              </a:r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312728" y="2673927"/>
            <a:ext cx="2729345" cy="3546764"/>
            <a:chOff x="8312728" y="2673927"/>
            <a:chExt cx="2729345" cy="3546764"/>
          </a:xfrm>
        </p:grpSpPr>
        <p:sp>
          <p:nvSpPr>
            <p:cNvPr id="12" name="Rounded Rectangle 11"/>
            <p:cNvSpPr/>
            <p:nvPr/>
          </p:nvSpPr>
          <p:spPr>
            <a:xfrm>
              <a:off x="8312728" y="2673927"/>
              <a:ext cx="2729345" cy="3546764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00655" y="2978727"/>
              <a:ext cx="206432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\begin{</a:t>
              </a:r>
              <a:r>
                <a:rPr lang="en-US" dirty="0" err="1" smtClean="0"/>
                <a:t>flushright</a:t>
              </a:r>
              <a:r>
                <a:rPr lang="en-US" dirty="0" smtClean="0"/>
                <a:t>}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.</a:t>
              </a:r>
            </a:p>
            <a:p>
              <a:r>
                <a:rPr lang="en-US" dirty="0" smtClean="0"/>
                <a:t>\end{</a:t>
              </a:r>
              <a:r>
                <a:rPr lang="en-US" dirty="0" err="1" smtClean="0"/>
                <a:t>flushright</a:t>
              </a:r>
              <a:r>
                <a:rPr lang="en-US" dirty="0" smtClean="0"/>
                <a:t>}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3645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9126" y="2923310"/>
            <a:ext cx="75368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8194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125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13</cp:revision>
  <dcterms:created xsi:type="dcterms:W3CDTF">2021-04-05T10:35:17Z</dcterms:created>
  <dcterms:modified xsi:type="dcterms:W3CDTF">2021-04-06T08:52:33Z</dcterms:modified>
</cp:coreProperties>
</file>