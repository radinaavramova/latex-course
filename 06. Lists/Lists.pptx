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259-D320-4AE3-898B-4CD7BD195554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67B8-00F1-4894-8150-268A64B55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259-D320-4AE3-898B-4CD7BD195554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67B8-00F1-4894-8150-268A64B55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27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259-D320-4AE3-898B-4CD7BD195554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67B8-00F1-4894-8150-268A64B55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53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259-D320-4AE3-898B-4CD7BD195554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67B8-00F1-4894-8150-268A64B55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10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259-D320-4AE3-898B-4CD7BD195554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67B8-00F1-4894-8150-268A64B55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28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259-D320-4AE3-898B-4CD7BD195554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67B8-00F1-4894-8150-268A64B55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259-D320-4AE3-898B-4CD7BD195554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67B8-00F1-4894-8150-268A64B55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2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259-D320-4AE3-898B-4CD7BD195554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67B8-00F1-4894-8150-268A64B55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18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259-D320-4AE3-898B-4CD7BD195554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67B8-00F1-4894-8150-268A64B55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88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259-D320-4AE3-898B-4CD7BD195554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67B8-00F1-4894-8150-268A64B55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3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259-D320-4AE3-898B-4CD7BD195554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67B8-00F1-4894-8150-268A64B55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5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A2259-D320-4AE3-898B-4CD7BD195554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B67B8-00F1-4894-8150-268A64B55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20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58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0545" y="540327"/>
            <a:ext cx="7855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Types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3491" y="1704109"/>
            <a:ext cx="4821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Numbered List: enumerate.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53491" y="2951018"/>
            <a:ext cx="4821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Unnumbered List: itemize.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53491" y="4197927"/>
            <a:ext cx="4821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List: description.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02327" y="5444836"/>
            <a:ext cx="6137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Item: \item Command.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1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0545" y="512618"/>
            <a:ext cx="7855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Numbered Lists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9527" y="1731818"/>
            <a:ext cx="48629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\begin{enumerate}</a:t>
            </a:r>
          </a:p>
          <a:p>
            <a:r>
              <a:rPr lang="en-US" sz="2800" dirty="0" smtClean="0"/>
              <a:t>     \item ……..</a:t>
            </a:r>
          </a:p>
          <a:p>
            <a:r>
              <a:rPr lang="en-US" sz="2800" dirty="0" smtClean="0"/>
              <a:t>     \item ……..</a:t>
            </a:r>
          </a:p>
          <a:p>
            <a:r>
              <a:rPr lang="en-US" sz="2800" dirty="0" smtClean="0"/>
              <a:t>     .</a:t>
            </a:r>
          </a:p>
          <a:p>
            <a:r>
              <a:rPr lang="en-US" sz="2800" dirty="0" smtClean="0"/>
              <a:t>     .</a:t>
            </a:r>
          </a:p>
          <a:p>
            <a:r>
              <a:rPr lang="en-US" sz="2800" dirty="0" smtClean="0"/>
              <a:t>     .</a:t>
            </a:r>
          </a:p>
          <a:p>
            <a:r>
              <a:rPr lang="en-US" sz="2800" dirty="0" smtClean="0"/>
              <a:t>     .</a:t>
            </a:r>
          </a:p>
          <a:p>
            <a:r>
              <a:rPr lang="en-US" sz="2800" dirty="0" smtClean="0"/>
              <a:t>\end{enumerate}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1316181" y="5754853"/>
            <a:ext cx="6525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 Numbering: Arabic Numbers.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83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0545" y="457199"/>
            <a:ext cx="7855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Unnumbered Lists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9527" y="1731818"/>
            <a:ext cx="48629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\begin{itemize}</a:t>
            </a:r>
          </a:p>
          <a:p>
            <a:r>
              <a:rPr lang="en-US" sz="2800" dirty="0" smtClean="0"/>
              <a:t>     \item ……..</a:t>
            </a:r>
          </a:p>
          <a:p>
            <a:r>
              <a:rPr lang="en-US" sz="2800" dirty="0" smtClean="0"/>
              <a:t>     \item ……..</a:t>
            </a:r>
          </a:p>
          <a:p>
            <a:r>
              <a:rPr lang="en-US" sz="2800" dirty="0" smtClean="0"/>
              <a:t>     .</a:t>
            </a:r>
          </a:p>
          <a:p>
            <a:r>
              <a:rPr lang="en-US" sz="2800" dirty="0" smtClean="0"/>
              <a:t>     .</a:t>
            </a:r>
          </a:p>
          <a:p>
            <a:r>
              <a:rPr lang="en-US" sz="2800" dirty="0" smtClean="0"/>
              <a:t>     .</a:t>
            </a:r>
          </a:p>
          <a:p>
            <a:r>
              <a:rPr lang="en-US" sz="2800" dirty="0" smtClean="0"/>
              <a:t>     .</a:t>
            </a:r>
          </a:p>
          <a:p>
            <a:r>
              <a:rPr lang="en-US" sz="2800" dirty="0" smtClean="0"/>
              <a:t>\end{itemize}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1316181" y="5754853"/>
            <a:ext cx="6525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 Marking: Bullets.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14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0545" y="415636"/>
            <a:ext cx="7855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 Lists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9527" y="1731818"/>
            <a:ext cx="48629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\begin{description}</a:t>
            </a:r>
          </a:p>
          <a:p>
            <a:r>
              <a:rPr lang="en-US" sz="2800" dirty="0" smtClean="0"/>
              <a:t>     \item[Label] ……..</a:t>
            </a:r>
          </a:p>
          <a:p>
            <a:r>
              <a:rPr lang="en-US" sz="2800" dirty="0" smtClean="0"/>
              <a:t>     \item[Label] ……..</a:t>
            </a:r>
          </a:p>
          <a:p>
            <a:r>
              <a:rPr lang="en-US" sz="2800" dirty="0" smtClean="0"/>
              <a:t>     .</a:t>
            </a:r>
          </a:p>
          <a:p>
            <a:r>
              <a:rPr lang="en-US" sz="2800" dirty="0" smtClean="0"/>
              <a:t>     .</a:t>
            </a:r>
          </a:p>
          <a:p>
            <a:r>
              <a:rPr lang="en-US" sz="2800" dirty="0" smtClean="0"/>
              <a:t>     .</a:t>
            </a:r>
          </a:p>
          <a:p>
            <a:r>
              <a:rPr lang="en-US" sz="2800" dirty="0" smtClean="0"/>
              <a:t>     .</a:t>
            </a:r>
          </a:p>
          <a:p>
            <a:r>
              <a:rPr lang="en-US" sz="2800" dirty="0" smtClean="0"/>
              <a:t>\end{description}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8122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00545" y="415636"/>
            <a:ext cx="7855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Lists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30581" y="1385454"/>
            <a:ext cx="48629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\begin{list}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{Label Commands}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{Formatting Commands}</a:t>
            </a:r>
          </a:p>
          <a:p>
            <a:r>
              <a:rPr lang="en-US" sz="2800" dirty="0" smtClean="0"/>
              <a:t>     \item</a:t>
            </a:r>
          </a:p>
          <a:p>
            <a:r>
              <a:rPr lang="en-US" sz="2800" dirty="0" smtClean="0"/>
              <a:t>     \item     </a:t>
            </a:r>
          </a:p>
          <a:p>
            <a:r>
              <a:rPr lang="en-US" sz="2800" dirty="0" smtClean="0"/>
              <a:t>\end{list}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2230581" y="4475019"/>
            <a:ext cx="52924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</a:t>
            </a:r>
            <a:r>
              <a:rPr lang="en-US" sz="2800" dirty="0" err="1" smtClean="0"/>
              <a:t>newenvironment</a:t>
            </a:r>
            <a:endParaRPr lang="en-US" sz="2800" dirty="0" smtClean="0"/>
          </a:p>
          <a:p>
            <a:r>
              <a:rPr lang="en-US" sz="2800" dirty="0"/>
              <a:t>	</a:t>
            </a:r>
            <a:r>
              <a:rPr lang="en-US" sz="2800" dirty="0" smtClean="0"/>
              <a:t>{</a:t>
            </a:r>
            <a:r>
              <a:rPr lang="en-US" sz="2800" dirty="0" err="1" smtClean="0"/>
              <a:t>envName</a:t>
            </a:r>
            <a:r>
              <a:rPr lang="en-US" sz="2800" dirty="0" smtClean="0"/>
              <a:t>}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{</a:t>
            </a:r>
            <a:r>
              <a:rPr lang="en-US" sz="2800" dirty="0" err="1" smtClean="0"/>
              <a:t>env</a:t>
            </a:r>
            <a:r>
              <a:rPr lang="en-US" sz="2800" dirty="0" smtClean="0"/>
              <a:t>. Start Routine}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{</a:t>
            </a:r>
            <a:r>
              <a:rPr lang="en-US" sz="2800" dirty="0" err="1" smtClean="0"/>
              <a:t>env</a:t>
            </a:r>
            <a:r>
              <a:rPr lang="en-US" sz="2800" dirty="0" smtClean="0"/>
              <a:t>. End}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0186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326" y="290947"/>
            <a:ext cx="9213273" cy="55833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5127" y="6123709"/>
            <a:ext cx="7578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 3.6 from </a:t>
            </a:r>
            <a:r>
              <a:rPr lang="en-US" dirty="0" err="1" smtClean="0"/>
              <a:t>LaTeX</a:t>
            </a:r>
            <a:r>
              <a:rPr lang="en-US" dirty="0" smtClean="0"/>
              <a:t> and Friends,  M.R.C. van </a:t>
            </a:r>
            <a:r>
              <a:rPr lang="en-US" dirty="0" err="1" smtClean="0"/>
              <a:t>Dongen</a:t>
            </a:r>
            <a:r>
              <a:rPr lang="en-US" dirty="0" smtClean="0"/>
              <a:t>, Springer 2017.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03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3419" y="2701635"/>
            <a:ext cx="85205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876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183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14</cp:revision>
  <dcterms:created xsi:type="dcterms:W3CDTF">2021-04-27T10:22:24Z</dcterms:created>
  <dcterms:modified xsi:type="dcterms:W3CDTF">2021-04-27T21:52:04Z</dcterms:modified>
</cp:coreProperties>
</file>