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19262-4834-4F06-9C7F-E2E9FBCE07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76D875-EB44-470B-9A79-B988A6D600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E7851-30F0-4E1E-98C6-B0B099B9B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1FE5F-E757-49DE-B6B2-904C558F004F}" type="datetimeFigureOut">
              <a:rPr lang="en-US" smtClean="0"/>
              <a:t>1/15/2022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5E2AC-4664-46D4-A00D-F727AFA2D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BF178-662B-45C4-AF8F-C7E6074AD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0A65E-F346-4C8E-B876-8DA7740D4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003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FFFDC-32C3-485E-A639-F9060CDD1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74608-9E50-4AEC-8CD3-8AE8C5305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7ABD7-768D-4762-BE2D-5CAA577E4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1FE5F-E757-49DE-B6B2-904C558F004F}" type="datetimeFigureOut">
              <a:rPr lang="en-US" smtClean="0"/>
              <a:t>1/15/2022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B53D3-3299-4A0D-8039-328A0E69A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D45452-B074-40F8-B17E-B2C2F44A3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0A65E-F346-4C8E-B876-8DA7740D4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442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4814B-6E53-4D74-950F-A6491B71A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8B304D-6185-43A6-A4AA-C1E42F284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0BBD21-CDC4-4F1E-94C7-87C62961B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1FE5F-E757-49DE-B6B2-904C558F004F}" type="datetimeFigureOut">
              <a:rPr lang="en-US" smtClean="0"/>
              <a:t>1/15/2022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4FF68-28D0-41F6-92C5-3F42D33C6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146FE-9A90-44FC-AB2C-3BC9FCA57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0A65E-F346-4C8E-B876-8DA7740D4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673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FBD35-6760-4753-9C92-0AEBC22A1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09D74-8890-4405-A6F6-56D63E157B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265773-1A3F-461F-A320-AD30318579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6071A0-E1EC-4F23-8BF2-7837544E9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1FE5F-E757-49DE-B6B2-904C558F004F}" type="datetimeFigureOut">
              <a:rPr lang="en-US" smtClean="0"/>
              <a:t>1/15/2022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8EA046-9851-4335-8AC2-74E41FA2E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E69638-66C2-4F52-9DBA-462590A69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0A65E-F346-4C8E-B876-8DA7740D4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850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189ED-2FA8-41D2-B417-518B26806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2A8937-13CE-4145-AC17-07A983BA3D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9B3B6F-A0BC-4F59-86AF-C2B557BE29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584C67-C498-49D1-A306-940E4F5FC7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FC8CCC-E469-4375-996D-4701D1B589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56682C-5EF2-4FE6-B695-5ED1FABE6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1FE5F-E757-49DE-B6B2-904C558F004F}" type="datetimeFigureOut">
              <a:rPr lang="en-US" smtClean="0"/>
              <a:t>1/15/2022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1A04AB-BCB4-46AC-91E1-DEB414058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8F1716-C8EA-4F9A-8143-CF7892CFC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0A65E-F346-4C8E-B876-8DA7740D4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344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AF382-645B-4495-BB5C-EACB24EBD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C33717-945C-4F0C-B50A-FF5E57A43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1FE5F-E757-49DE-B6B2-904C558F004F}" type="datetimeFigureOut">
              <a:rPr lang="en-US" smtClean="0"/>
              <a:t>1/15/2022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EE0A94-F2ED-4534-ABE7-9237820EF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6CB89D-447E-4E2B-B674-89F632878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0A65E-F346-4C8E-B876-8DA7740D4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606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2A0288-4493-4C8F-85C8-191F6BA82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1FE5F-E757-49DE-B6B2-904C558F004F}" type="datetimeFigureOut">
              <a:rPr lang="en-US" smtClean="0"/>
              <a:t>1/15/2022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838DC8-BC1F-429B-BF9F-31B1653F0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E2D848-E95A-429B-8DB0-85BBEB52B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0A65E-F346-4C8E-B876-8DA7740D4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232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F0EC4-D792-4068-B8A4-11B5D260E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5EEB6-5451-49C5-A24B-1ECFCDC32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AD4E94-2954-48DF-8239-A4B793EFB4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5901B3-A6D4-4834-AE51-7602E97E1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1FE5F-E757-49DE-B6B2-904C558F004F}" type="datetimeFigureOut">
              <a:rPr lang="en-US" smtClean="0"/>
              <a:t>1/15/2022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77A962-BE44-443E-B709-07173E8AE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62BE0F-8048-44ED-9A26-5233463E1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0A65E-F346-4C8E-B876-8DA7740D4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857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2BAC0-3CC1-4AF6-96F0-E0940C546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F8426B-E2C6-45FE-ADC7-C9773FB658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8E505-C2BF-4D30-9687-0CD3644064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380D99-6CC4-4A41-B3BF-C1A0FB77A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1FE5F-E757-49DE-B6B2-904C558F004F}" type="datetimeFigureOut">
              <a:rPr lang="en-US" smtClean="0"/>
              <a:t>1/15/2022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6D6DE7-8772-4C58-8B8E-CCE2947E4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AA4D31-918E-45E7-AAA5-85AD9A46E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0A65E-F346-4C8E-B876-8DA7740D4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321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6DCA7-322F-4F18-8E32-A53BAB6C2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1FBCD1-B852-41E9-950F-4CBF511BD8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05C14-7284-425F-A1E8-FD6D93916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1FE5F-E757-49DE-B6B2-904C558F004F}" type="datetimeFigureOut">
              <a:rPr lang="en-US" smtClean="0"/>
              <a:t>1/15/2022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F51705-DD91-48FC-BEE6-40249470F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DA93FE-5103-410C-ACC0-AD1E3EB43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0A65E-F346-4C8E-B876-8DA7740D4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433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4603FF-F0CB-4F83-8901-E335CB204F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25098B-6B5A-46C7-B0A7-06D37C8B04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52496-6387-4C37-8449-47FEC5EB3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1FE5F-E757-49DE-B6B2-904C558F004F}" type="datetimeFigureOut">
              <a:rPr lang="en-US" smtClean="0"/>
              <a:t>1/15/2022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7E50B-E0C3-417E-A89D-C03EDEAAA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B4BA9-0ABE-407B-B070-D313166E9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0A65E-F346-4C8E-B876-8DA7740D4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645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2E9670-4602-468F-A92D-11B40E2FA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2EECCA-9281-4D2E-881B-48F631F686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32BC5A-CABA-43E9-A3FD-B6F62DC4B1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1FE5F-E757-49DE-B6B2-904C558F004F}" type="datetimeFigureOut">
              <a:rPr lang="en-US" smtClean="0"/>
              <a:t>1/15/2022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A1485-2662-4A7F-BFBE-21C455D0F7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7E8A1-8DA7-433C-8757-AB22EAA038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E0A65E-F346-4C8E-B876-8DA7740D4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40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F3E9491-D970-4805-8DD5-77AE64AC42CC}"/>
              </a:ext>
            </a:extLst>
          </p:cNvPr>
          <p:cNvSpPr/>
          <p:nvPr/>
        </p:nvSpPr>
        <p:spPr>
          <a:xfrm>
            <a:off x="1338465" y="1900442"/>
            <a:ext cx="3303020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LaTeX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8B8CD9-1FAC-4701-BEAD-54D17BBE8E79}"/>
              </a:ext>
            </a:extLst>
          </p:cNvPr>
          <p:cNvSpPr/>
          <p:nvPr/>
        </p:nvSpPr>
        <p:spPr>
          <a:xfrm>
            <a:off x="4641485" y="2251362"/>
            <a:ext cx="21056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Scientific  Documentation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F7F02E0-5C99-4C5E-922E-EE8CA8124D98}"/>
              </a:ext>
            </a:extLst>
          </p:cNvPr>
          <p:cNvSpPr/>
          <p:nvPr/>
        </p:nvSpPr>
        <p:spPr>
          <a:xfrm>
            <a:off x="1399309" y="3178162"/>
            <a:ext cx="5347855" cy="4571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93D604-0AB8-4BCA-9FA1-18E16778B438}"/>
              </a:ext>
            </a:extLst>
          </p:cNvPr>
          <p:cNvSpPr txBox="1"/>
          <p:nvPr/>
        </p:nvSpPr>
        <p:spPr>
          <a:xfrm>
            <a:off x="1338465" y="3400163"/>
            <a:ext cx="517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 Ammar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Taha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Mohamedy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8D1AD0-4FAA-4273-85EF-E8ABD82C3AD7}"/>
              </a:ext>
            </a:extLst>
          </p:cNvPr>
          <p:cNvSpPr txBox="1"/>
          <p:nvPr/>
        </p:nvSpPr>
        <p:spPr>
          <a:xfrm>
            <a:off x="1338465" y="4701507"/>
            <a:ext cx="7047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Typesetting Algorithms.</a:t>
            </a:r>
          </a:p>
        </p:txBody>
      </p:sp>
    </p:spTree>
    <p:extLst>
      <p:ext uri="{BB962C8B-B14F-4D97-AF65-F5344CB8AC3E}">
        <p14:creationId xmlns:p14="http://schemas.microsoft.com/office/powerpoint/2010/main" val="3129661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F49E0C9-675C-4E89-9375-70EDD33A924B}"/>
              </a:ext>
            </a:extLst>
          </p:cNvPr>
          <p:cNvSpPr/>
          <p:nvPr/>
        </p:nvSpPr>
        <p:spPr>
          <a:xfrm>
            <a:off x="323556" y="239150"/>
            <a:ext cx="6119447" cy="998806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Comments in algorithm2e Package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1AAD19E-488E-43CD-A537-93BA2C358EBB}"/>
              </a:ext>
            </a:extLst>
          </p:cNvPr>
          <p:cNvSpPr/>
          <p:nvPr/>
        </p:nvSpPr>
        <p:spPr>
          <a:xfrm>
            <a:off x="1036320" y="1603717"/>
            <a:ext cx="4332849" cy="703385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C-Style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C6E794E-24BE-4239-B127-F18848D2EDEE}"/>
              </a:ext>
            </a:extLst>
          </p:cNvPr>
          <p:cNvSpPr/>
          <p:nvPr/>
        </p:nvSpPr>
        <p:spPr>
          <a:xfrm>
            <a:off x="7596555" y="1603717"/>
            <a:ext cx="4332848" cy="703385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C++ Style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B7AA4CF-FFAC-4D92-B99D-04B9057CDC13}"/>
              </a:ext>
            </a:extLst>
          </p:cNvPr>
          <p:cNvSpPr/>
          <p:nvPr/>
        </p:nvSpPr>
        <p:spPr>
          <a:xfrm>
            <a:off x="1036320" y="2511086"/>
            <a:ext cx="4332849" cy="1160581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tcc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{line(s) of comment}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 left-justified with blank line.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65B3464-CED1-4954-AB2F-C8A338CA1873}"/>
              </a:ext>
            </a:extLst>
          </p:cNvPr>
          <p:cNvSpPr/>
          <p:nvPr/>
        </p:nvSpPr>
        <p:spPr>
          <a:xfrm>
            <a:off x="1036320" y="3850445"/>
            <a:ext cx="4332849" cy="1069144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tcc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*[h]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{left-justified comment without blank line}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7B550A5-6B68-4273-8D29-9805A986EFAE}"/>
              </a:ext>
            </a:extLst>
          </p:cNvPr>
          <p:cNvSpPr/>
          <p:nvPr/>
        </p:nvSpPr>
        <p:spPr>
          <a:xfrm>
            <a:off x="1036320" y="5123573"/>
            <a:ext cx="4332849" cy="1069144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tcc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*[f]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{right-justified comment without blank line}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8C4F03C-E925-4A7E-8761-C2D4598C3F31}"/>
              </a:ext>
            </a:extLst>
          </p:cNvPr>
          <p:cNvSpPr/>
          <p:nvPr/>
        </p:nvSpPr>
        <p:spPr>
          <a:xfrm>
            <a:off x="7583660" y="5155809"/>
            <a:ext cx="4332849" cy="1069144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tcp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*[f]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{right-justified comment without blank line}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9437BBD-E17F-4F91-B92F-FBCEC0788CD6}"/>
              </a:ext>
            </a:extLst>
          </p:cNvPr>
          <p:cNvSpPr/>
          <p:nvPr/>
        </p:nvSpPr>
        <p:spPr>
          <a:xfrm>
            <a:off x="7596555" y="3886200"/>
            <a:ext cx="4332849" cy="1069144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tcp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*[h]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{left-justified comment without blank line}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8411689-6192-44DD-A4CC-F8482903C81D}"/>
              </a:ext>
            </a:extLst>
          </p:cNvPr>
          <p:cNvSpPr/>
          <p:nvPr/>
        </p:nvSpPr>
        <p:spPr>
          <a:xfrm>
            <a:off x="7596555" y="2525154"/>
            <a:ext cx="4332849" cy="1160581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tcp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{line(s) of comment}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default left-justified with blank line.</a:t>
            </a:r>
          </a:p>
        </p:txBody>
      </p:sp>
    </p:spTree>
    <p:extLst>
      <p:ext uri="{BB962C8B-B14F-4D97-AF65-F5344CB8AC3E}">
        <p14:creationId xmlns:p14="http://schemas.microsoft.com/office/powerpoint/2010/main" val="2996142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7137CB3-9837-4363-A5B0-D8B57323B931}"/>
              </a:ext>
            </a:extLst>
          </p:cNvPr>
          <p:cNvSpPr txBox="1"/>
          <p:nvPr/>
        </p:nvSpPr>
        <p:spPr>
          <a:xfrm>
            <a:off x="3238797" y="2805347"/>
            <a:ext cx="70539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Thanks for Watching !!</a:t>
            </a:r>
          </a:p>
        </p:txBody>
      </p:sp>
    </p:spTree>
    <p:extLst>
      <p:ext uri="{BB962C8B-B14F-4D97-AF65-F5344CB8AC3E}">
        <p14:creationId xmlns:p14="http://schemas.microsoft.com/office/powerpoint/2010/main" val="3187559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100</Words>
  <Application>Microsoft Office PowerPoint</Application>
  <PresentationFormat>Widescreen</PresentationFormat>
  <Paragraphs>14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 MAR</dc:creator>
  <cp:lastModifiedBy>AM MAR</cp:lastModifiedBy>
  <cp:revision>2</cp:revision>
  <dcterms:created xsi:type="dcterms:W3CDTF">2022-01-15T11:13:33Z</dcterms:created>
  <dcterms:modified xsi:type="dcterms:W3CDTF">2022-01-15T12:48:39Z</dcterms:modified>
</cp:coreProperties>
</file>