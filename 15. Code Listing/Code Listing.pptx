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 MAR" initials="AM" lastIdx="1" clrIdx="0">
    <p:extLst>
      <p:ext uri="{19B8F6BF-5375-455C-9EA6-DF929625EA0E}">
        <p15:presenceInfo xmlns:p15="http://schemas.microsoft.com/office/powerpoint/2012/main" userId="a67aafc62ed9c03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1-08T14:37:04.096" idx="1">
    <p:pos x="7680" y="0"/>
    <p:text>Overleaf.com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2901-8C7C-418F-A646-7E431D7AC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749D-0704-4E95-8129-9518AC187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8EB3E-C0BE-4A16-AB94-6B75FE0A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5DDEC-633E-45F4-9E64-8ABC159A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CE858-A3CD-4754-A480-B19BCC38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6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666C-16BF-4254-8768-365E55C1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6E64B-1A14-405B-9E74-60C3BA734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65D2F-B900-43B3-8014-0785FFBC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F361C-EAAD-421E-A9B6-62101D76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32BE3-CC38-46F6-BA0D-36E66573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2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B31D-91FE-4D85-A1AC-2041AB5E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37B2A-DBB8-4048-A5D6-B512AE489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34C8D-7E5E-4D42-882A-243F623D6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6C23-B4B6-489A-9E9B-18F24509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29A1-8334-47C1-A779-5C6BC9A7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9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A4E6-EABB-4117-B6B0-20047E0F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14DF5-2889-4CC0-B75D-6240F3984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93830-20CE-4692-B03A-136497DCF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74539-52FC-49BC-A48C-4EDD613E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095A-9AF6-47E0-A752-CE2B3160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C20A1-F85E-418D-A927-BFED08DF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0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EAFE-CC9C-4D4E-BAEF-63EA5069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55196-8274-4DE9-8064-8408C68F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55A28-3C05-4BAF-9C7D-7678D4182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711C5-9F70-4CC8-893F-C562CFD8B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520DE-6833-44CA-B1CD-C5DCC2BD8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6C644-C833-4851-B7CC-09BC1721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7DEF8-0469-40DA-881C-A12DE3A6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FD706-BDE7-4754-A4AF-D8870B5A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5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FAD1-50F4-46C3-89AA-8AA8ACCE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6B015-B403-4904-B99E-726618FB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A774B-105E-488A-B00A-453DA92D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B680F-97BF-4D44-9293-4BC2B8E2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9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4ACA-FEE5-4A1B-BA65-6862B519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BDA21-A22B-45D7-A449-6D4A888B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0D2F0-14DD-4214-8E22-3D63760A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8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83B9-5F56-4570-ABD6-62C7A3C2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E98CA-AEB6-4493-A61B-55B3244D8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0AF59-F4C8-4EFA-B08A-13AC412F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37577-D2D5-42D0-BC4F-623227AE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AC4E4-2732-46D7-B1E8-79B5B253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091B6-E8D3-4476-A33D-28BC9CD0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52B3-D69B-4FDF-A103-7A24B3C5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A10866-D313-44A2-8417-A152ADD1B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FEBE5-FFF2-4436-ADC6-4A353C03C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93DD8-03BF-4D65-9267-B4B71B65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4E20B-8EDF-4386-9953-236CDAD2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4B880-A11F-491B-B3DF-2EDA8456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9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09D7-CFA0-46A1-BA90-DE6A9CF4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3B9D0-627F-45EC-9E1A-94B077391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E185F-1538-44E5-88D9-31A7D8BA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02031-CD18-4C7D-9FA0-3FD662A8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9D737-72F6-4C4A-AE93-B90339AA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2247B-33E1-4536-B977-60931D180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52B81-6F07-4816-904F-15B76238A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65476-4D39-4F6A-A5D5-D5625E9D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BACE-68EA-4663-90FB-EF00431F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F5AA6-4811-4A59-9CD1-3F5BE4B1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1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697C1F-690C-4B34-BEEF-42EB7665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D1545-AE5A-4BBA-A594-ED9D4E6BA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4B065-065D-45F5-8243-3807D7C5D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89CD4-82DF-4698-932E-246A4E6BFD2E}" type="datetimeFigureOut">
              <a:rPr lang="en-US" smtClean="0"/>
              <a:t>1/26/2022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0AFC-5531-4A99-9838-8DDC4763E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422EE-BD66-464F-B1DC-5C4804846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B35EE-5F3D-485F-9D84-691776581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5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E9AA93-BC8A-4D9E-9D0F-15A376E829D2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4D795-927B-4B06-9F8E-8ADA37311C68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DFE6A6E4-6BDA-4293-9A71-FEC1156D4A87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E75BC-2427-41D5-85A6-83F93E1B9AEA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E5E44-2EFD-43DE-AF32-F86F5F42BAAC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Listing</a:t>
            </a:r>
          </a:p>
        </p:txBody>
      </p:sp>
    </p:spTree>
    <p:extLst>
      <p:ext uri="{BB962C8B-B14F-4D97-AF65-F5344CB8AC3E}">
        <p14:creationId xmlns:p14="http://schemas.microsoft.com/office/powerpoint/2010/main" val="71021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37825DF-DFFE-4843-872D-43EF52737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6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A0B945-6555-4B92-87A0-FFE05BA1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57" y="636104"/>
            <a:ext cx="11683485" cy="591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5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D32735-82A0-44FE-811E-18063B70F671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28997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4</cp:revision>
  <dcterms:created xsi:type="dcterms:W3CDTF">2022-01-08T11:07:07Z</dcterms:created>
  <dcterms:modified xsi:type="dcterms:W3CDTF">2022-01-26T21:25:48Z</dcterms:modified>
</cp:coreProperties>
</file>