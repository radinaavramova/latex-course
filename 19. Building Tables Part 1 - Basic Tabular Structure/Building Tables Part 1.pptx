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A2B2"/>
    <a:srgbClr val="05808D"/>
    <a:srgbClr val="8DF1FB"/>
    <a:srgbClr val="BC75F1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BBA2B-838E-4589-8DAD-43565F6298CB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F803F-43B7-47AD-9F10-5C89B63FA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06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F803F-43B7-47AD-9F10-5C89B63FAF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86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F803F-43B7-47AD-9F10-5C89B63FAF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17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328F-4CE7-41A1-BD9F-4FC91C1AB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FB645-0983-4C4D-B074-72F40F412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249A-54C7-4030-95C3-ED0E024D3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DBC32-4BEF-4A8C-999A-4C117410B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2E5B6-DAEA-4128-86E9-766D2C01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88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7ED04-E2EE-4162-ACCB-407A9D293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41C0-6405-40F8-A876-E8ECEADA7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4F6C8-19BD-4885-852F-FD773623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C9222-C0A2-449C-A2F5-2AE37958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C75E4-3B68-4E34-8F07-BD7135907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06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8489F-5F47-4333-ACAB-32EA826BF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E132D-B009-42AB-82E8-AB5F29B4E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E2303-5941-47D3-8BD9-0BC2A076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ADA17-D699-4D62-9CB6-9B17540C1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B00C2-2A96-4683-84BA-1F71E7DE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3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73814-18DC-43DB-A491-D45093E8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8D683-555C-4775-B165-AF15B85826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C6992-702A-4105-AA28-A4D7D48F2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80D7F-AC91-4054-9F40-F56348488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DB42A-BF3E-47B1-B061-24CFA3E1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ABE8D-D9B6-437C-8A65-E740CF67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76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CDD1D-4379-4D30-9D88-207ECDF91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69EDA-BC70-4E5B-A0AF-1FC072630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975C1-68E2-4DB4-B493-B82F07C55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5881D8-3A62-4B8C-9D53-B3CA58665D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077542-1EF3-42A3-88D7-C5CEF26D7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38C3F-B7EB-4EDA-910F-09593A2D2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52605-D31A-4266-98D0-C7465478F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C20FBB-1A7D-4D39-85EC-866B0FB9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92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5073-413C-46EE-99B1-912B9B90F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C862A3-EE08-4DA6-AACE-13DF4BD43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31A2B-91DD-4F56-87EA-9F6F81007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FCE24-88DA-40E3-89EC-1A7F780B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14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E91459-0B27-43BC-AFE7-798C5D35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B05C9-BEBF-4F6E-96AF-300F016D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BC37D-71D3-4C45-A1CD-614AA307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9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3186-9DC4-4C76-84D9-38941CEFA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3C506-3F49-401C-9A20-A67327B22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29EE8-7C55-4E04-A312-1FF76FF9A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10B13-775B-470E-8E68-57F5840B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BA01B-8A8B-48C2-B390-132A614E8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0D278-0396-49DD-89D7-2DECDBE7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51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00B57-3AA4-44A0-93B5-905BAD9AB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0EF187-0DDD-41BB-BB54-90F9A18B1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7EBA2-1763-4D8C-A592-9729CE1B6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17F7D-5AE9-4D13-95CA-F45E2304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5876E-23C9-405C-8164-5C9517462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3B93B-FBDD-4DAC-A511-EFE1AC50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25E3-442D-457D-BB0E-8B9EF95B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CD505-F91E-4D29-B700-798FA9268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CBD95-89FE-4AD6-B465-6666B54D7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4CEA7-42F0-427E-932D-FDF5FDC8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DF74D-BD9F-44DD-9643-4465C1BD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26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E4345-F63D-4B04-B13D-F1D9A8C01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87F31-804D-4018-9516-84FA3A6F3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F938E-3B95-4BDC-8D6C-96FE2679B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5ABC7-759B-49F4-AB26-64074245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01FA5-BF29-452D-AECE-422B4C5C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92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A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6C20CB-E88A-4E08-8280-0B1283EBC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3ED37-FB62-4610-A4F6-433AB10E8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ACE4B-0CDF-48D1-A532-CAC03F631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7E8E9-2D5C-47AE-8B7B-1C77988060B1}" type="datetimeFigureOut">
              <a:rPr lang="en-US" smtClean="0"/>
              <a:t>3/13/2022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2A5DA-E090-4DCA-9F7E-F921D92F5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C1CB8-EA88-4C25-B993-054A6C885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1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938AFE-EFAB-4580-B8EE-E21A16E03494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75F112-C4A0-453F-8CC8-383F7FE3297A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7B933E-55EB-467D-A03A-202D819F5DB4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9CA42-68AF-433A-8CCE-1B1460011328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C4ECB6-005C-478D-A080-17438BE04B16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Building Tables Part 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55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4BA7BE-6A9C-4EF4-AF8D-D3516795829A}"/>
              </a:ext>
            </a:extLst>
          </p:cNvPr>
          <p:cNvSpPr txBox="1"/>
          <p:nvPr/>
        </p:nvSpPr>
        <p:spPr>
          <a:xfrm>
            <a:off x="1404425" y="872196"/>
            <a:ext cx="79623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Table 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DC13F0-F92B-44E7-BBFE-F097505B733F}"/>
              </a:ext>
            </a:extLst>
          </p:cNvPr>
          <p:cNvCxnSpPr/>
          <p:nvPr/>
        </p:nvCxnSpPr>
        <p:spPr>
          <a:xfrm>
            <a:off x="3108960" y="2715063"/>
            <a:ext cx="0" cy="1688123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62B107-5063-4B31-BE9B-50BFD0ADD848}"/>
              </a:ext>
            </a:extLst>
          </p:cNvPr>
          <p:cNvCxnSpPr/>
          <p:nvPr/>
        </p:nvCxnSpPr>
        <p:spPr>
          <a:xfrm>
            <a:off x="7917767" y="2715064"/>
            <a:ext cx="0" cy="1688123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F74D7C-1097-4C15-84A2-84FBEE571C14}"/>
              </a:ext>
            </a:extLst>
          </p:cNvPr>
          <p:cNvCxnSpPr/>
          <p:nvPr/>
        </p:nvCxnSpPr>
        <p:spPr>
          <a:xfrm>
            <a:off x="5385582" y="2715062"/>
            <a:ext cx="0" cy="1688123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062FA2-BB2E-4578-AD95-5F2C21DB1B3F}"/>
              </a:ext>
            </a:extLst>
          </p:cNvPr>
          <p:cNvCxnSpPr>
            <a:cxnSpLocks/>
          </p:cNvCxnSpPr>
          <p:nvPr/>
        </p:nvCxnSpPr>
        <p:spPr>
          <a:xfrm flipH="1">
            <a:off x="3108960" y="2717405"/>
            <a:ext cx="4808807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4FD882-1F7F-4AD1-9E4F-DDFBB5758160}"/>
              </a:ext>
            </a:extLst>
          </p:cNvPr>
          <p:cNvCxnSpPr>
            <a:cxnSpLocks/>
          </p:cNvCxnSpPr>
          <p:nvPr/>
        </p:nvCxnSpPr>
        <p:spPr>
          <a:xfrm flipH="1">
            <a:off x="3108960" y="4400250"/>
            <a:ext cx="4808807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8A7722-D3CC-4A3E-A41B-22196588181A}"/>
              </a:ext>
            </a:extLst>
          </p:cNvPr>
          <p:cNvCxnSpPr>
            <a:cxnSpLocks/>
          </p:cNvCxnSpPr>
          <p:nvPr/>
        </p:nvCxnSpPr>
        <p:spPr>
          <a:xfrm flipH="1">
            <a:off x="3108960" y="3559123"/>
            <a:ext cx="4808807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06529D7-43C0-4D10-9D82-3A108044D20B}"/>
              </a:ext>
            </a:extLst>
          </p:cNvPr>
          <p:cNvSpPr txBox="1"/>
          <p:nvPr/>
        </p:nvSpPr>
        <p:spPr>
          <a:xfrm>
            <a:off x="3677530" y="2821936"/>
            <a:ext cx="1547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A4A3C5-1CC1-480C-981F-4D14767135C2}"/>
              </a:ext>
            </a:extLst>
          </p:cNvPr>
          <p:cNvSpPr txBox="1"/>
          <p:nvPr/>
        </p:nvSpPr>
        <p:spPr>
          <a:xfrm>
            <a:off x="6096000" y="2808262"/>
            <a:ext cx="1547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A6269D-6710-4315-9761-8C7E4F93E00A}"/>
              </a:ext>
            </a:extLst>
          </p:cNvPr>
          <p:cNvSpPr txBox="1"/>
          <p:nvPr/>
        </p:nvSpPr>
        <p:spPr>
          <a:xfrm>
            <a:off x="3677529" y="3663654"/>
            <a:ext cx="1547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2B35BD-BF03-41EA-8DC7-E239BCFFFCD1}"/>
              </a:ext>
            </a:extLst>
          </p:cNvPr>
          <p:cNvSpPr txBox="1"/>
          <p:nvPr/>
        </p:nvSpPr>
        <p:spPr>
          <a:xfrm>
            <a:off x="6083106" y="3629166"/>
            <a:ext cx="1547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042646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49ACD2-23C6-4C3D-8A92-3640F2A06D0D}"/>
              </a:ext>
            </a:extLst>
          </p:cNvPr>
          <p:cNvSpPr/>
          <p:nvPr/>
        </p:nvSpPr>
        <p:spPr>
          <a:xfrm>
            <a:off x="7160455" y="234361"/>
            <a:ext cx="4304714" cy="1510033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778E93-DF7A-403B-9721-4EAE18C95090}"/>
              </a:ext>
            </a:extLst>
          </p:cNvPr>
          <p:cNvSpPr txBox="1"/>
          <p:nvPr/>
        </p:nvSpPr>
        <p:spPr>
          <a:xfrm>
            <a:off x="576774" y="1939774"/>
            <a:ext cx="113666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\begin{tabular}{             }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\end{tabular}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DAB3CB-5EE1-422E-87C4-1BBD4D86C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248" y="326202"/>
            <a:ext cx="3383128" cy="132634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014152-F373-4CE2-8482-DCF9A04E15B6}"/>
              </a:ext>
            </a:extLst>
          </p:cNvPr>
          <p:cNvSpPr/>
          <p:nvPr/>
        </p:nvSpPr>
        <p:spPr>
          <a:xfrm>
            <a:off x="576774" y="234361"/>
            <a:ext cx="5950635" cy="1510033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C28976-2D87-492A-9644-957F3C25B613}"/>
              </a:ext>
            </a:extLst>
          </p:cNvPr>
          <p:cNvGrpSpPr/>
          <p:nvPr/>
        </p:nvGrpSpPr>
        <p:grpSpPr>
          <a:xfrm>
            <a:off x="726831" y="393911"/>
            <a:ext cx="2688177" cy="372150"/>
            <a:chOff x="726831" y="801892"/>
            <a:chExt cx="2688177" cy="372150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2B77083-449C-4F60-8FB1-E6F469110C2C}"/>
                </a:ext>
              </a:extLst>
            </p:cNvPr>
            <p:cNvCxnSpPr/>
            <p:nvPr/>
          </p:nvCxnSpPr>
          <p:spPr>
            <a:xfrm>
              <a:off x="1012875" y="989376"/>
              <a:ext cx="6189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44A8244-805F-4CEF-BF92-AED65B186490}"/>
                </a:ext>
              </a:extLst>
            </p:cNvPr>
            <p:cNvSpPr txBox="1"/>
            <p:nvPr/>
          </p:nvSpPr>
          <p:spPr>
            <a:xfrm>
              <a:off x="1758461" y="804710"/>
              <a:ext cx="16565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Vertical Lines.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60BA8CA-F5EB-470C-AB1D-9B03FD57EDCB}"/>
                </a:ext>
              </a:extLst>
            </p:cNvPr>
            <p:cNvSpPr txBox="1"/>
            <p:nvPr/>
          </p:nvSpPr>
          <p:spPr>
            <a:xfrm>
              <a:off x="726831" y="801892"/>
              <a:ext cx="159436" cy="369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|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68ED61A-6700-4A51-B7EF-934DA5F0D44A}"/>
              </a:ext>
            </a:extLst>
          </p:cNvPr>
          <p:cNvGrpSpPr/>
          <p:nvPr/>
        </p:nvGrpSpPr>
        <p:grpSpPr>
          <a:xfrm>
            <a:off x="726831" y="804709"/>
            <a:ext cx="5289451" cy="369333"/>
            <a:chOff x="806549" y="804710"/>
            <a:chExt cx="5289451" cy="36933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A8A144-611B-4908-BB63-6CE9C0B9203B}"/>
                </a:ext>
              </a:extLst>
            </p:cNvPr>
            <p:cNvSpPr txBox="1"/>
            <p:nvPr/>
          </p:nvSpPr>
          <p:spPr>
            <a:xfrm>
              <a:off x="806549" y="804711"/>
              <a:ext cx="11066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l, r, and c 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750AC4A-9B9A-4413-9BCE-E8DA576552E5}"/>
                </a:ext>
              </a:extLst>
            </p:cNvPr>
            <p:cNvCxnSpPr/>
            <p:nvPr/>
          </p:nvCxnSpPr>
          <p:spPr>
            <a:xfrm>
              <a:off x="1913206" y="1001081"/>
              <a:ext cx="6189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81D8049-D63B-4DC5-9A06-4CA60C47F25D}"/>
                </a:ext>
              </a:extLst>
            </p:cNvPr>
            <p:cNvSpPr txBox="1"/>
            <p:nvPr/>
          </p:nvSpPr>
          <p:spPr>
            <a:xfrm>
              <a:off x="2723817" y="804710"/>
              <a:ext cx="33721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Left, Right, Center Justification.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80E4B9D-E720-475D-A921-D7FF95FBECA6}"/>
              </a:ext>
            </a:extLst>
          </p:cNvPr>
          <p:cNvSpPr/>
          <p:nvPr/>
        </p:nvSpPr>
        <p:spPr>
          <a:xfrm>
            <a:off x="3415008" y="2082018"/>
            <a:ext cx="1086654" cy="337625"/>
          </a:xfrm>
          <a:prstGeom prst="rect">
            <a:avLst/>
          </a:prstGeom>
          <a:solidFill>
            <a:srgbClr val="06A2B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|</a:t>
            </a:r>
            <a:r>
              <a:rPr lang="en-US" sz="2400" dirty="0" err="1">
                <a:solidFill>
                  <a:schemeClr val="bg1"/>
                </a:solidFill>
              </a:rPr>
              <a:t>l|c|c</a:t>
            </a:r>
            <a:r>
              <a:rPr lang="en-US" sz="2400" dirty="0">
                <a:solidFill>
                  <a:schemeClr val="bg1"/>
                </a:solidFill>
              </a:rPr>
              <a:t>|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5D8574D-1378-4B98-B762-7FD8DB61D903}"/>
              </a:ext>
            </a:extLst>
          </p:cNvPr>
          <p:cNvGrpSpPr/>
          <p:nvPr/>
        </p:nvGrpSpPr>
        <p:grpSpPr>
          <a:xfrm>
            <a:off x="726831" y="1236070"/>
            <a:ext cx="5299453" cy="383415"/>
            <a:chOff x="726831" y="1236070"/>
            <a:chExt cx="5299453" cy="38341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E3D70B2-5542-4706-BCFD-69042A54B183}"/>
                </a:ext>
              </a:extLst>
            </p:cNvPr>
            <p:cNvSpPr txBox="1"/>
            <p:nvPr/>
          </p:nvSpPr>
          <p:spPr>
            <a:xfrm>
              <a:off x="726831" y="1250183"/>
              <a:ext cx="811863" cy="36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\</a:t>
              </a:r>
              <a:r>
                <a:rPr lang="en-US" dirty="0" err="1"/>
                <a:t>hline</a:t>
              </a:r>
              <a:endParaRPr lang="en-US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1902CFD-B8CE-4827-AFC1-7795B7C23A47}"/>
                </a:ext>
              </a:extLst>
            </p:cNvPr>
            <p:cNvCxnSpPr/>
            <p:nvPr/>
          </p:nvCxnSpPr>
          <p:spPr>
            <a:xfrm>
              <a:off x="1833488" y="1434834"/>
              <a:ext cx="6189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B0934C8-9FCA-42B6-B5AF-7588A7031A94}"/>
                </a:ext>
              </a:extLst>
            </p:cNvPr>
            <p:cNvSpPr txBox="1"/>
            <p:nvPr/>
          </p:nvSpPr>
          <p:spPr>
            <a:xfrm>
              <a:off x="2654101" y="1236070"/>
              <a:ext cx="33721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Horizontal Lines.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E263F0E-04CC-448B-ACDA-1049E7114332}"/>
              </a:ext>
            </a:extLst>
          </p:cNvPr>
          <p:cNvSpPr txBox="1"/>
          <p:nvPr/>
        </p:nvSpPr>
        <p:spPr>
          <a:xfrm>
            <a:off x="1132762" y="2419643"/>
            <a:ext cx="912258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effectLst/>
              </a:rPr>
              <a:t>\</a:t>
            </a:r>
            <a:r>
              <a:rPr lang="en-US" sz="3200" dirty="0" err="1">
                <a:solidFill>
                  <a:schemeClr val="bg1"/>
                </a:solidFill>
                <a:effectLst/>
              </a:rPr>
              <a:t>hline</a:t>
            </a:r>
            <a:endParaRPr lang="en-US" sz="3200" dirty="0">
              <a:solidFill>
                <a:schemeClr val="bg1"/>
              </a:solidFill>
              <a:effectLst/>
            </a:endParaRP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Item No. &amp; Quantity &amp; Price \\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\</a:t>
            </a:r>
            <a:r>
              <a:rPr lang="en-US" sz="3200" dirty="0" err="1">
                <a:solidFill>
                  <a:schemeClr val="bg1"/>
                </a:solidFill>
                <a:effectLst/>
              </a:rPr>
              <a:t>hline</a:t>
            </a:r>
            <a:endParaRPr lang="en-US" sz="3200" dirty="0">
              <a:solidFill>
                <a:schemeClr val="bg1"/>
              </a:solidFill>
              <a:effectLst/>
            </a:endParaRP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1              &amp; 2              &amp; 3.4 \\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\</a:t>
            </a:r>
            <a:r>
              <a:rPr lang="en-US" sz="3200" dirty="0" err="1">
                <a:solidFill>
                  <a:schemeClr val="bg1"/>
                </a:solidFill>
                <a:effectLst/>
              </a:rPr>
              <a:t>hline</a:t>
            </a:r>
            <a:endParaRPr lang="en-US" sz="3200" dirty="0">
              <a:solidFill>
                <a:schemeClr val="bg1"/>
              </a:solidFill>
              <a:effectLst/>
            </a:endParaRP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2              &amp; 1              &amp; 5.2 \\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\</a:t>
            </a:r>
            <a:r>
              <a:rPr lang="en-US" sz="3200" dirty="0" err="1">
                <a:solidFill>
                  <a:schemeClr val="bg1"/>
                </a:solidFill>
                <a:effectLst/>
              </a:rPr>
              <a:t>hline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01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/>
      <p:bldP spid="8" grpId="0" animBg="1"/>
      <p:bldP spid="20" grpId="0" animBg="1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2B7D28-6963-4B24-BC2B-25C71C42B79F}"/>
              </a:ext>
            </a:extLst>
          </p:cNvPr>
          <p:cNvSpPr txBox="1"/>
          <p:nvPr/>
        </p:nvSpPr>
        <p:spPr>
          <a:xfrm>
            <a:off x="3238797" y="2805347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131530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97</Words>
  <Application>Microsoft Office PowerPoint</Application>
  <PresentationFormat>Widescreen</PresentationFormat>
  <Paragraphs>36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4</cp:revision>
  <dcterms:created xsi:type="dcterms:W3CDTF">2022-03-11T11:16:15Z</dcterms:created>
  <dcterms:modified xsi:type="dcterms:W3CDTF">2022-03-13T14:13:24Z</dcterms:modified>
</cp:coreProperties>
</file>