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9966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9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7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2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5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7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6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2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0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D0849-CD9A-4D2A-8244-0F7928ED941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3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– Part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66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3454" y="457201"/>
            <a:ext cx="8478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Typesetting Mathematics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454727" y="1413164"/>
            <a:ext cx="7647709" cy="2161309"/>
            <a:chOff x="1454727" y="1413164"/>
            <a:chExt cx="7647709" cy="2161309"/>
          </a:xfrm>
        </p:grpSpPr>
        <p:sp>
          <p:nvSpPr>
            <p:cNvPr id="7" name="Rounded Rectangle 6"/>
            <p:cNvSpPr/>
            <p:nvPr/>
          </p:nvSpPr>
          <p:spPr>
            <a:xfrm>
              <a:off x="1454727" y="1413164"/>
              <a:ext cx="7647709" cy="216130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62545" y="1565564"/>
              <a:ext cx="727363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Inline Equations: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$</a:t>
              </a:r>
              <a:r>
                <a:rPr lang="en-US" sz="2800" dirty="0" err="1" smtClean="0"/>
                <a:t>MathExp</a:t>
              </a:r>
              <a:r>
                <a:rPr lang="en-US" sz="2800" dirty="0" smtClean="0"/>
                <a:t>$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\(</a:t>
              </a:r>
              <a:r>
                <a:rPr lang="en-US" sz="2800" dirty="0" err="1" smtClean="0"/>
                <a:t>MathExp</a:t>
              </a:r>
              <a:r>
                <a:rPr lang="en-US" sz="2800" dirty="0" smtClean="0"/>
                <a:t>\)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\begin{math} </a:t>
              </a:r>
              <a:r>
                <a:rPr lang="en-US" sz="2800" dirty="0" err="1" smtClean="0"/>
                <a:t>MathExp</a:t>
              </a:r>
              <a:r>
                <a:rPr lang="en-US" sz="2800" dirty="0" smtClean="0"/>
                <a:t> \end{math}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454727" y="3884105"/>
            <a:ext cx="7647709" cy="2322730"/>
            <a:chOff x="1454727" y="3843478"/>
            <a:chExt cx="7647709" cy="2363358"/>
          </a:xfrm>
        </p:grpSpPr>
        <p:sp>
          <p:nvSpPr>
            <p:cNvPr id="8" name="Rounded Rectangle 7"/>
            <p:cNvSpPr/>
            <p:nvPr/>
          </p:nvSpPr>
          <p:spPr>
            <a:xfrm>
              <a:off x="1454727" y="3843478"/>
              <a:ext cx="7647709" cy="236335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62545" y="3843478"/>
              <a:ext cx="7329055" cy="228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New Line Equations: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\[</a:t>
              </a:r>
              <a:r>
                <a:rPr lang="en-US" sz="2800" dirty="0" err="1" smtClean="0"/>
                <a:t>MathExp</a:t>
              </a:r>
              <a:r>
                <a:rPr lang="en-US" sz="2800" dirty="0" smtClean="0"/>
                <a:t>\]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\begin{equation}</a:t>
              </a:r>
            </a:p>
            <a:p>
              <a:pPr lvl="2"/>
              <a:r>
                <a:rPr lang="en-US" sz="2800" dirty="0" smtClean="0"/>
                <a:t>       </a:t>
              </a:r>
              <a:r>
                <a:rPr lang="en-US" sz="2800" dirty="0" err="1" smtClean="0"/>
                <a:t>MathExp</a:t>
              </a:r>
              <a:endParaRPr lang="en-US" sz="2800" dirty="0"/>
            </a:p>
            <a:p>
              <a:pPr lvl="1"/>
              <a:r>
                <a:rPr lang="en-US" sz="2800" dirty="0"/>
                <a:t> </a:t>
              </a:r>
              <a:r>
                <a:rPr lang="en-US" sz="2800" dirty="0" smtClean="0"/>
                <a:t>      \end{equation}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03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2" y="392835"/>
            <a:ext cx="10515600" cy="99262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of Equations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53491" y="1510145"/>
            <a:ext cx="2521527" cy="1967346"/>
            <a:chOff x="1524000" y="1510145"/>
            <a:chExt cx="4087091" cy="1967346"/>
          </a:xfrm>
        </p:grpSpPr>
        <p:sp>
          <p:nvSpPr>
            <p:cNvPr id="5" name="Rounded Rectangle 4"/>
            <p:cNvSpPr/>
            <p:nvPr/>
          </p:nvSpPr>
          <p:spPr>
            <a:xfrm>
              <a:off x="1524000" y="1510145"/>
              <a:ext cx="4087091" cy="196734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676399" y="1538499"/>
              <a:ext cx="378229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\begin{gather}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\end{gather}</a:t>
              </a:r>
              <a:endParaRPr lang="en-US" sz="2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107382" y="1510145"/>
            <a:ext cx="2521527" cy="1967346"/>
            <a:chOff x="1524000" y="1510145"/>
            <a:chExt cx="4087091" cy="1967346"/>
          </a:xfrm>
        </p:grpSpPr>
        <p:sp>
          <p:nvSpPr>
            <p:cNvPr id="10" name="Rounded Rectangle 9"/>
            <p:cNvSpPr/>
            <p:nvPr/>
          </p:nvSpPr>
          <p:spPr>
            <a:xfrm>
              <a:off x="1524000" y="1510145"/>
              <a:ext cx="4087091" cy="196734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76399" y="1538499"/>
              <a:ext cx="378229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\begin{</a:t>
              </a:r>
              <a:r>
                <a:rPr lang="en-US" sz="2400" dirty="0" err="1" smtClean="0"/>
                <a:t>eqnarray</a:t>
              </a:r>
              <a:r>
                <a:rPr lang="en-US" sz="2400" dirty="0" smtClean="0"/>
                <a:t>}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\end{</a:t>
              </a:r>
              <a:r>
                <a:rPr lang="en-US" sz="2400" dirty="0" err="1" smtClean="0"/>
                <a:t>eqnarray</a:t>
              </a:r>
              <a:r>
                <a:rPr lang="en-US" sz="2400" dirty="0" smtClean="0"/>
                <a:t>}</a:t>
              </a:r>
              <a:endParaRPr lang="en-US" sz="2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953489" y="4156363"/>
            <a:ext cx="2521527" cy="1967346"/>
            <a:chOff x="1524000" y="1510145"/>
            <a:chExt cx="4087091" cy="1967346"/>
          </a:xfrm>
        </p:grpSpPr>
        <p:sp>
          <p:nvSpPr>
            <p:cNvPr id="13" name="Rounded Rectangle 12"/>
            <p:cNvSpPr/>
            <p:nvPr/>
          </p:nvSpPr>
          <p:spPr>
            <a:xfrm>
              <a:off x="1524000" y="1510145"/>
              <a:ext cx="4087091" cy="196734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76399" y="1538499"/>
              <a:ext cx="378229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\begin{align}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\end{align}</a:t>
              </a:r>
              <a:endParaRPr lang="en-US" sz="2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107380" y="4184717"/>
            <a:ext cx="2521527" cy="1967346"/>
            <a:chOff x="1524000" y="1510145"/>
            <a:chExt cx="4087091" cy="1967346"/>
          </a:xfrm>
        </p:grpSpPr>
        <p:sp>
          <p:nvSpPr>
            <p:cNvPr id="16" name="Rounded Rectangle 15"/>
            <p:cNvSpPr/>
            <p:nvPr/>
          </p:nvSpPr>
          <p:spPr>
            <a:xfrm>
              <a:off x="1524000" y="1510145"/>
              <a:ext cx="4087091" cy="196734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76398" y="1538499"/>
              <a:ext cx="378229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\begin{</a:t>
              </a:r>
              <a:r>
                <a:rPr lang="en-US" sz="2400" dirty="0" err="1" smtClean="0"/>
                <a:t>alignat</a:t>
              </a:r>
              <a:r>
                <a:rPr lang="en-US" sz="2400" dirty="0" smtClean="0"/>
                <a:t>}{}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.</a:t>
              </a:r>
            </a:p>
            <a:p>
              <a:r>
                <a:rPr lang="en-US" sz="2400" dirty="0" smtClean="0"/>
                <a:t>\end{</a:t>
              </a:r>
              <a:r>
                <a:rPr lang="en-US" sz="2400" dirty="0" err="1" smtClean="0"/>
                <a:t>alignat</a:t>
              </a:r>
              <a:r>
                <a:rPr lang="en-US" sz="2400" dirty="0" smtClean="0"/>
                <a:t>}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933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838200" y="4742053"/>
            <a:ext cx="2209800" cy="63351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" y="33582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alignat</a:t>
            </a:r>
            <a:r>
              <a:rPr lang="en-US" dirty="0" smtClean="0">
                <a:solidFill>
                  <a:schemeClr val="bg1"/>
                </a:solidFill>
              </a:rPr>
              <a:t> Environment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044" y="4858751"/>
            <a:ext cx="228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{k}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 rot="20524193">
            <a:off x="3256431" y="4400209"/>
            <a:ext cx="1556170" cy="429490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008753">
            <a:off x="3256964" y="5274682"/>
            <a:ext cx="1556170" cy="429490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44" y="1170586"/>
            <a:ext cx="6076396" cy="20383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021032" y="3503764"/>
            <a:ext cx="4981950" cy="1238289"/>
            <a:chOff x="5021032" y="3503764"/>
            <a:chExt cx="4981950" cy="1238289"/>
          </a:xfrm>
        </p:grpSpPr>
        <p:sp>
          <p:nvSpPr>
            <p:cNvPr id="14" name="Rounded Rectangle 13"/>
            <p:cNvSpPr/>
            <p:nvPr/>
          </p:nvSpPr>
          <p:spPr>
            <a:xfrm>
              <a:off x="5021032" y="3503764"/>
              <a:ext cx="4801841" cy="123828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157941" y="3758852"/>
                  <a:ext cx="4845041" cy="631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𝐴𝑚𝑏𝑠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if (a) is even. 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941" y="3758852"/>
                  <a:ext cx="4845041" cy="631070"/>
                </a:xfrm>
                <a:prstGeom prst="rect">
                  <a:avLst/>
                </a:prstGeom>
                <a:blipFill>
                  <a:blip r:embed="rId3"/>
                  <a:stretch>
                    <a:fillRect l="-1887" b="-8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5021031" y="5258861"/>
            <a:ext cx="4801841" cy="1238289"/>
            <a:chOff x="5021032" y="3503764"/>
            <a:chExt cx="4801841" cy="1238289"/>
          </a:xfrm>
        </p:grpSpPr>
        <p:sp>
          <p:nvSpPr>
            <p:cNvPr id="18" name="Rounded Rectangle 17"/>
            <p:cNvSpPr/>
            <p:nvPr/>
          </p:nvSpPr>
          <p:spPr>
            <a:xfrm>
              <a:off x="5021032" y="3503764"/>
              <a:ext cx="4801841" cy="123828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157941" y="3758852"/>
                  <a:ext cx="4664931" cy="6407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𝑁𝑜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𝐴𝑚𝑏𝑠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if (a) is odd. 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941" y="3758852"/>
                  <a:ext cx="4664931" cy="640753"/>
                </a:xfrm>
                <a:prstGeom prst="rect">
                  <a:avLst/>
                </a:prstGeom>
                <a:blipFill>
                  <a:blip r:embed="rId4"/>
                  <a:stretch>
                    <a:fillRect l="-1961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596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52651" y="2860765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18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143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Systems of Equations</vt:lpstr>
      <vt:lpstr>alignat Environment 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9</cp:revision>
  <dcterms:created xsi:type="dcterms:W3CDTF">2021-08-04T04:24:12Z</dcterms:created>
  <dcterms:modified xsi:type="dcterms:W3CDTF">2021-08-05T03:20:28Z</dcterms:modified>
</cp:coreProperties>
</file>