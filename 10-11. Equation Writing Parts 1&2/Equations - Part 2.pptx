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9966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9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9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2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7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2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5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7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6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2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0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1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D0849-CD9A-4D2A-8244-0F7928ED941D}" type="datetimeFigureOut">
              <a:rPr lang="en-US" smtClean="0"/>
              <a:t>8/10/2021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9A0A1-D1F4-43F6-8329-A4DE1FC09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3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Equations – Part 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66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29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52651" y="2860765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18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17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16</cp:revision>
  <dcterms:created xsi:type="dcterms:W3CDTF">2021-08-04T04:24:12Z</dcterms:created>
  <dcterms:modified xsi:type="dcterms:W3CDTF">2021-08-10T19:14:29Z</dcterms:modified>
</cp:coreProperties>
</file>