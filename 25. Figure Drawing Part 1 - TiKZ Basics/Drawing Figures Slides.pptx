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BDDC"/>
    <a:srgbClr val="94D7EC"/>
    <a:srgbClr val="1F8BAD"/>
    <a:srgbClr val="99CC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43434-DD39-6AC9-4F7A-FC173AA1A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07421-BD29-8565-A802-FC794EE57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D3197-EEAC-54CB-CB2C-95D08EF4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106D3-4186-EADE-E4ED-C3BC0DD74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55BB-32E7-9252-C367-D31883542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8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B150C-5D4F-E979-A5D7-7345F56E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533B9-BC8A-BED8-DBEE-30F9C0C50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D121-4425-BE84-6B69-C6A4CF10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C4250-AD6A-52AD-EF02-A2F025E44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A4AC-A8FD-FF73-B1FE-394675EF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17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7457-1C2B-54F9-9CB7-93C05EEF0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B9373-F16C-36FD-F9BB-8C90ADD54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6021B-FABE-BF75-EAE8-CDB6331A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96F9-1AAB-E9E9-CFF3-545FF1ED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C043-2C53-EC5F-ECF6-74D5ED916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4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C6E-DC64-23C3-8456-F3DCCEAB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52AF-FDA1-F4CC-C4E7-989118D702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50362-9CAD-C4C6-8948-C553E0913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FC835-81AD-20A5-1654-F43A8586F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F67BF-62FE-20D7-FEB1-D657CC146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8DC21-BC52-3542-966D-16E4AC79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0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BF83-413E-0ECE-C316-B2F4E973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B6E93-2BFE-DE09-C1CB-A65E97403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6340D-08FC-91B0-A955-8879535B7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A020B-AF3C-B65C-0FDB-243969118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2D1A2C-9EFB-005C-3DFD-6102AD936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2735A-65AF-5D83-04BD-21290F505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BA6F8-4FD9-68FD-5C30-5338B8D9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90F89-0C3A-F009-17FD-D16391DF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2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E039-0E2C-285C-C5F5-ACE5E88A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E781-D924-6FD8-F634-8EC3A40E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ACDC4-8E87-52D1-80DA-20CE40EA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C135F-9C78-B38E-E56A-0142612B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1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A543C-4925-643F-22BC-79ACD48B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F97F5-E17D-B399-C76B-2E171873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B4D0F-843D-85E3-3B11-C631DB87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8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0314-610F-9F35-8473-BB45C9E8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06B8-B309-121E-8FE0-1A794A697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9FF85-A108-950C-7B8D-016901726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C9C75-718F-AFD7-6033-E55BB63E6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DB88C-04AB-2E66-DC00-1D60C607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BD9AF-B8D0-2A47-C012-8A37C2ED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9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495B-C524-0075-D0BA-4EC419DD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7D674-8355-4E32-3BEC-6CF1F40A7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3A8B4-CD62-28CB-C66F-BE74D418F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DE6B3-F096-AA8E-D4F2-99D8DA052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71833-BC8A-7DAC-BA10-9C859825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D030-7C3F-2E42-2243-D103BC3B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B583-B3D2-BFBC-8940-B8AA05C20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4057C-0F55-A1DC-13F5-1B7B87886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C98CB-6E28-791C-AE3A-473AA849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B02E-FA53-6AEE-8C12-2FD93AA4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FE71D-6D69-07C1-1CF8-9B7CC028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9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C89E1-FA59-DD8A-DD46-F025D8FFC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92AFC-4A9D-DB50-96BB-683DE3BD4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13D05-63AC-5054-300D-31B6E6B14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622A4-02B7-289A-BD71-91DFE943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B5F6E-657B-663C-E949-2B67476A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66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BD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B63B9-3CA9-07B4-937F-001103E1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612D3-1160-2CF2-6DB1-B20B7A66C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BE62F-D8D0-BDB8-AE03-E3C008B9C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43308-7BCC-480A-AB19-644F070060C3}" type="datetimeFigureOut">
              <a:rPr lang="en-US" smtClean="0"/>
              <a:t>6/16/2023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6494-C9A9-9E67-4010-EAA3B5A09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B3513-E26E-26E2-0463-A09929E08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C9511-4E4F-4207-A9BF-CF68C885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3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CDB4A9-2C54-C2E5-6E2D-FC0A0A9640B3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659E0-4AD2-C706-C133-5EDF931E1798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F21779C-50CE-2874-D654-0CADFB9E04AB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A1A16-0C71-63D3-2538-5F3FD94856DC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4BFB3-491A-9791-19DD-00DA90E0EA77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 Figures Part 1</a:t>
            </a:r>
          </a:p>
        </p:txBody>
      </p:sp>
    </p:spTree>
    <p:extLst>
      <p:ext uri="{BB962C8B-B14F-4D97-AF65-F5344CB8AC3E}">
        <p14:creationId xmlns:p14="http://schemas.microsoft.com/office/powerpoint/2010/main" val="49068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407963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B0634E-0791-A245-0CEB-3D796BEAF007}"/>
              </a:ext>
            </a:extLst>
          </p:cNvPr>
          <p:cNvGrpSpPr/>
          <p:nvPr/>
        </p:nvGrpSpPr>
        <p:grpSpPr>
          <a:xfrm>
            <a:off x="5282417" y="1975071"/>
            <a:ext cx="4543754" cy="2180492"/>
            <a:chOff x="1900115" y="1871003"/>
            <a:chExt cx="3896751" cy="218049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0BAFF98-FF72-BD81-DAFC-FADCBAE06615}"/>
                </a:ext>
              </a:extLst>
            </p:cNvPr>
            <p:cNvSpPr/>
            <p:nvPr/>
          </p:nvSpPr>
          <p:spPr>
            <a:xfrm>
              <a:off x="1900115" y="1871003"/>
              <a:ext cx="3896751" cy="218049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7918DAE-45CC-EC1C-4CAF-126189988BAC}"/>
                </a:ext>
              </a:extLst>
            </p:cNvPr>
            <p:cNvGrpSpPr/>
            <p:nvPr/>
          </p:nvGrpSpPr>
          <p:grpSpPr>
            <a:xfrm>
              <a:off x="2164080" y="2060917"/>
              <a:ext cx="3409544" cy="1779563"/>
              <a:chOff x="2164080" y="2060917"/>
              <a:chExt cx="3409544" cy="1779563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D1C4F5-438F-7F9B-84C9-1E0352815C59}"/>
                  </a:ext>
                </a:extLst>
              </p:cNvPr>
              <p:cNvCxnSpPr/>
              <p:nvPr/>
            </p:nvCxnSpPr>
            <p:spPr>
              <a:xfrm>
                <a:off x="2264898" y="2152357"/>
                <a:ext cx="773723" cy="562708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958CE81-02B0-A93A-E861-F9AD58680C79}"/>
                  </a:ext>
                </a:extLst>
              </p:cNvPr>
              <p:cNvCxnSpPr/>
              <p:nvPr/>
            </p:nvCxnSpPr>
            <p:spPr>
              <a:xfrm>
                <a:off x="3235569" y="2152357"/>
                <a:ext cx="633046" cy="562708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5B2E16C0-B401-C07D-D523-446E8DD57ACF}"/>
                  </a:ext>
                </a:extLst>
              </p:cNvPr>
              <p:cNvSpPr/>
              <p:nvPr/>
            </p:nvSpPr>
            <p:spPr>
              <a:xfrm>
                <a:off x="3910821" y="2060917"/>
                <a:ext cx="520505" cy="928468"/>
              </a:xfrm>
              <a:prstGeom prst="arc">
                <a:avLst>
                  <a:gd name="adj1" fmla="val 16356149"/>
                  <a:gd name="adj2" fmla="val 2423997"/>
                </a:avLst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F410AE0-DED3-AEEA-9371-C7CAE667578A}"/>
                  </a:ext>
                </a:extLst>
              </p:cNvPr>
              <p:cNvSpPr/>
              <p:nvPr/>
            </p:nvSpPr>
            <p:spPr>
              <a:xfrm>
                <a:off x="4909624" y="2236663"/>
                <a:ext cx="534572" cy="422131"/>
              </a:xfrm>
              <a:custGeom>
                <a:avLst/>
                <a:gdLst>
                  <a:gd name="connsiteX0" fmla="*/ 0 w 534572"/>
                  <a:gd name="connsiteY0" fmla="*/ 422131 h 422131"/>
                  <a:gd name="connsiteX1" fmla="*/ 253219 w 534572"/>
                  <a:gd name="connsiteY1" fmla="*/ 100 h 422131"/>
                  <a:gd name="connsiteX2" fmla="*/ 281354 w 534572"/>
                  <a:gd name="connsiteY2" fmla="*/ 379928 h 422131"/>
                  <a:gd name="connsiteX3" fmla="*/ 534572 w 534572"/>
                  <a:gd name="connsiteY3" fmla="*/ 126709 h 422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4572" h="422131">
                    <a:moveTo>
                      <a:pt x="0" y="422131"/>
                    </a:moveTo>
                    <a:cubicBezTo>
                      <a:pt x="103163" y="214632"/>
                      <a:pt x="206327" y="7134"/>
                      <a:pt x="253219" y="100"/>
                    </a:cubicBezTo>
                    <a:cubicBezTo>
                      <a:pt x="300111" y="-6934"/>
                      <a:pt x="234462" y="358827"/>
                      <a:pt x="281354" y="379928"/>
                    </a:cubicBezTo>
                    <a:cubicBezTo>
                      <a:pt x="328246" y="401029"/>
                      <a:pt x="487680" y="110297"/>
                      <a:pt x="534572" y="126709"/>
                    </a:cubicBezTo>
                  </a:path>
                </a:pathLst>
              </a:cu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E67F6DD-42B3-263D-90B1-F695F199C2CE}"/>
                  </a:ext>
                </a:extLst>
              </p:cNvPr>
              <p:cNvSpPr/>
              <p:nvPr/>
            </p:nvSpPr>
            <p:spPr>
              <a:xfrm>
                <a:off x="2164080" y="3063240"/>
                <a:ext cx="874541" cy="562708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1747A9E-8C28-152F-6EE0-54BE109BC350}"/>
                  </a:ext>
                </a:extLst>
              </p:cNvPr>
              <p:cNvSpPr/>
              <p:nvPr/>
            </p:nvSpPr>
            <p:spPr>
              <a:xfrm>
                <a:off x="3390315" y="2926080"/>
                <a:ext cx="914400" cy="91440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7949A50D-3BB5-DB1D-649F-88D51F77C5A5}"/>
                  </a:ext>
                </a:extLst>
              </p:cNvPr>
              <p:cNvSpPr/>
              <p:nvPr/>
            </p:nvSpPr>
            <p:spPr>
              <a:xfrm>
                <a:off x="4512920" y="2887394"/>
                <a:ext cx="1060704" cy="914400"/>
              </a:xfrm>
              <a:prstGeom prst="triangl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CD5AB62-B081-9B66-CD49-8BF6DDD896E4}"/>
              </a:ext>
            </a:extLst>
          </p:cNvPr>
          <p:cNvGrpSpPr/>
          <p:nvPr/>
        </p:nvGrpSpPr>
        <p:grpSpPr>
          <a:xfrm>
            <a:off x="1139705" y="1975071"/>
            <a:ext cx="3945764" cy="566057"/>
            <a:chOff x="1139705" y="1975071"/>
            <a:chExt cx="3945764" cy="56605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62795A-5211-9C98-61A4-120344C3BC4E}"/>
                </a:ext>
              </a:extLst>
            </p:cNvPr>
            <p:cNvSpPr/>
            <p:nvPr/>
          </p:nvSpPr>
          <p:spPr>
            <a:xfrm>
              <a:off x="1139705" y="1975071"/>
              <a:ext cx="609600" cy="56605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FFFF48A-04ED-701A-77F8-584FBBDAFCAD}"/>
                </a:ext>
              </a:extLst>
            </p:cNvPr>
            <p:cNvSpPr/>
            <p:nvPr/>
          </p:nvSpPr>
          <p:spPr>
            <a:xfrm>
              <a:off x="1843314" y="1975071"/>
              <a:ext cx="3242155" cy="56605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Shapes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523058-FA64-68AC-3CE8-80C84CF844F6}"/>
              </a:ext>
            </a:extLst>
          </p:cNvPr>
          <p:cNvGrpSpPr/>
          <p:nvPr/>
        </p:nvGrpSpPr>
        <p:grpSpPr>
          <a:xfrm>
            <a:off x="1139705" y="4557486"/>
            <a:ext cx="3945764" cy="566057"/>
            <a:chOff x="1139705" y="4436917"/>
            <a:chExt cx="3945764" cy="56605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A79C0E-5FF2-A2D7-B80B-58BBB103C0EE}"/>
                </a:ext>
              </a:extLst>
            </p:cNvPr>
            <p:cNvSpPr/>
            <p:nvPr/>
          </p:nvSpPr>
          <p:spPr>
            <a:xfrm>
              <a:off x="1139705" y="4436917"/>
              <a:ext cx="609600" cy="56605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3D0431B-0DF2-248A-D906-A29D976BD17E}"/>
                </a:ext>
              </a:extLst>
            </p:cNvPr>
            <p:cNvSpPr/>
            <p:nvPr/>
          </p:nvSpPr>
          <p:spPr>
            <a:xfrm>
              <a:off x="1843314" y="4436917"/>
              <a:ext cx="3242155" cy="56605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Variations of Trees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14B2C5-CAAA-E10C-D800-5CB2B8559BB7}"/>
              </a:ext>
            </a:extLst>
          </p:cNvPr>
          <p:cNvGrpSpPr/>
          <p:nvPr/>
        </p:nvGrpSpPr>
        <p:grpSpPr>
          <a:xfrm>
            <a:off x="5282417" y="4557486"/>
            <a:ext cx="4543754" cy="2180492"/>
            <a:chOff x="5282417" y="4557486"/>
            <a:chExt cx="4543754" cy="21804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EACA487-42AF-946C-B469-45FD8AFED987}"/>
                </a:ext>
              </a:extLst>
            </p:cNvPr>
            <p:cNvSpPr/>
            <p:nvPr/>
          </p:nvSpPr>
          <p:spPr>
            <a:xfrm>
              <a:off x="5282417" y="4557486"/>
              <a:ext cx="4543754" cy="218049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E060A21-D035-9881-4204-8FE5AF8A3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1761" y="4653331"/>
              <a:ext cx="4262791" cy="1988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220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407963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CD5AB62-B081-9B66-CD49-8BF6DDD896E4}"/>
              </a:ext>
            </a:extLst>
          </p:cNvPr>
          <p:cNvGrpSpPr/>
          <p:nvPr/>
        </p:nvGrpSpPr>
        <p:grpSpPr>
          <a:xfrm>
            <a:off x="1139705" y="1975071"/>
            <a:ext cx="3945764" cy="566057"/>
            <a:chOff x="1139705" y="1975071"/>
            <a:chExt cx="3945764" cy="56605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62795A-5211-9C98-61A4-120344C3BC4E}"/>
                </a:ext>
              </a:extLst>
            </p:cNvPr>
            <p:cNvSpPr/>
            <p:nvPr/>
          </p:nvSpPr>
          <p:spPr>
            <a:xfrm>
              <a:off x="1139705" y="1975071"/>
              <a:ext cx="609600" cy="56605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FFFF48A-04ED-701A-77F8-584FBBDAFCAD}"/>
                </a:ext>
              </a:extLst>
            </p:cNvPr>
            <p:cNvSpPr/>
            <p:nvPr/>
          </p:nvSpPr>
          <p:spPr>
            <a:xfrm>
              <a:off x="1843314" y="1975071"/>
              <a:ext cx="3242155" cy="56605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Flowcharts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0523058-FA64-68AC-3CE8-80C84CF844F6}"/>
              </a:ext>
            </a:extLst>
          </p:cNvPr>
          <p:cNvGrpSpPr/>
          <p:nvPr/>
        </p:nvGrpSpPr>
        <p:grpSpPr>
          <a:xfrm>
            <a:off x="1139705" y="4557486"/>
            <a:ext cx="3945764" cy="566057"/>
            <a:chOff x="1139705" y="4436917"/>
            <a:chExt cx="3945764" cy="56605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A79C0E-5FF2-A2D7-B80B-58BBB103C0EE}"/>
                </a:ext>
              </a:extLst>
            </p:cNvPr>
            <p:cNvSpPr/>
            <p:nvPr/>
          </p:nvSpPr>
          <p:spPr>
            <a:xfrm>
              <a:off x="1139705" y="4436917"/>
              <a:ext cx="609600" cy="56605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4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3D0431B-0DF2-248A-D906-A29D976BD17E}"/>
                </a:ext>
              </a:extLst>
            </p:cNvPr>
            <p:cNvSpPr/>
            <p:nvPr/>
          </p:nvSpPr>
          <p:spPr>
            <a:xfrm>
              <a:off x="1843314" y="4436917"/>
              <a:ext cx="3242155" cy="56605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Commutative Diagrams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93FD91-C1F0-F73D-F862-80365E7F9F7A}"/>
              </a:ext>
            </a:extLst>
          </p:cNvPr>
          <p:cNvGrpSpPr/>
          <p:nvPr/>
        </p:nvGrpSpPr>
        <p:grpSpPr>
          <a:xfrm>
            <a:off x="5282417" y="1877813"/>
            <a:ext cx="4543754" cy="2432929"/>
            <a:chOff x="5282417" y="1877813"/>
            <a:chExt cx="4543754" cy="243292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335974C-74EB-2F47-45CA-F3E2E062C2A6}"/>
                </a:ext>
              </a:extLst>
            </p:cNvPr>
            <p:cNvSpPr/>
            <p:nvPr/>
          </p:nvSpPr>
          <p:spPr>
            <a:xfrm>
              <a:off x="5282417" y="1877813"/>
              <a:ext cx="4543754" cy="2432929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E3DC030-F324-F2BB-0108-45201BE4D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4396" y="1877814"/>
              <a:ext cx="3638264" cy="2432927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DCD05BF-E549-3793-5A4C-61CA1640F601}"/>
              </a:ext>
            </a:extLst>
          </p:cNvPr>
          <p:cNvGrpSpPr/>
          <p:nvPr/>
        </p:nvGrpSpPr>
        <p:grpSpPr>
          <a:xfrm>
            <a:off x="5282417" y="4557486"/>
            <a:ext cx="4543754" cy="2180492"/>
            <a:chOff x="5282417" y="4557486"/>
            <a:chExt cx="4543754" cy="2180492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EACA487-42AF-946C-B469-45FD8AFED987}"/>
                </a:ext>
              </a:extLst>
            </p:cNvPr>
            <p:cNvSpPr/>
            <p:nvPr/>
          </p:nvSpPr>
          <p:spPr>
            <a:xfrm>
              <a:off x="5282417" y="4557486"/>
              <a:ext cx="4543754" cy="2180492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1D7E805-8D87-187D-F1B1-E626CAF3E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1903" y="4585694"/>
              <a:ext cx="3143250" cy="2124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286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407963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C81680-B034-3CA5-F935-7566D642436F}"/>
              </a:ext>
            </a:extLst>
          </p:cNvPr>
          <p:cNvGrpSpPr/>
          <p:nvPr/>
        </p:nvGrpSpPr>
        <p:grpSpPr>
          <a:xfrm>
            <a:off x="1139705" y="1877814"/>
            <a:ext cx="9302988" cy="2180492"/>
            <a:chOff x="1139705" y="1877814"/>
            <a:chExt cx="9302988" cy="218049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D5AB62-B081-9B66-CD49-8BF6DDD896E4}"/>
                </a:ext>
              </a:extLst>
            </p:cNvPr>
            <p:cNvGrpSpPr/>
            <p:nvPr/>
          </p:nvGrpSpPr>
          <p:grpSpPr>
            <a:xfrm>
              <a:off x="1139705" y="1975071"/>
              <a:ext cx="3945764" cy="566057"/>
              <a:chOff x="1139705" y="1975071"/>
              <a:chExt cx="3945764" cy="56605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362795A-5211-9C98-61A4-120344C3BC4E}"/>
                  </a:ext>
                </a:extLst>
              </p:cNvPr>
              <p:cNvSpPr/>
              <p:nvPr/>
            </p:nvSpPr>
            <p:spPr>
              <a:xfrm>
                <a:off x="1139705" y="1975071"/>
                <a:ext cx="609600" cy="56605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5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FFFF48A-04ED-701A-77F8-584FBBDAFCAD}"/>
                  </a:ext>
                </a:extLst>
              </p:cNvPr>
              <p:cNvSpPr/>
              <p:nvPr/>
            </p:nvSpPr>
            <p:spPr>
              <a:xfrm>
                <a:off x="1843314" y="1975071"/>
                <a:ext cx="3242155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Diagrams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559C8C4-2008-2514-9683-D3C4205EA7AC}"/>
                </a:ext>
              </a:extLst>
            </p:cNvPr>
            <p:cNvGrpSpPr/>
            <p:nvPr/>
          </p:nvGrpSpPr>
          <p:grpSpPr>
            <a:xfrm>
              <a:off x="5282416" y="1877814"/>
              <a:ext cx="5160277" cy="2180492"/>
              <a:chOff x="5282416" y="1877814"/>
              <a:chExt cx="5160277" cy="2180492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335974C-74EB-2F47-45CA-F3E2E062C2A6}"/>
                  </a:ext>
                </a:extLst>
              </p:cNvPr>
              <p:cNvSpPr/>
              <p:nvPr/>
            </p:nvSpPr>
            <p:spPr>
              <a:xfrm>
                <a:off x="5282416" y="1877814"/>
                <a:ext cx="5160277" cy="21804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AD4E983-DECF-A59C-8BBF-4FDFA4A92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369" y="1975071"/>
                <a:ext cx="4859469" cy="1975193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EAA992-703B-19EF-D8D6-1ADF7F5A969D}"/>
              </a:ext>
            </a:extLst>
          </p:cNvPr>
          <p:cNvGrpSpPr/>
          <p:nvPr/>
        </p:nvGrpSpPr>
        <p:grpSpPr>
          <a:xfrm>
            <a:off x="1139705" y="4557486"/>
            <a:ext cx="9302988" cy="2180492"/>
            <a:chOff x="1139705" y="4557486"/>
            <a:chExt cx="9302988" cy="218049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0523058-FA64-68AC-3CE8-80C84CF844F6}"/>
                </a:ext>
              </a:extLst>
            </p:cNvPr>
            <p:cNvGrpSpPr/>
            <p:nvPr/>
          </p:nvGrpSpPr>
          <p:grpSpPr>
            <a:xfrm>
              <a:off x="1139705" y="4557486"/>
              <a:ext cx="3945764" cy="566057"/>
              <a:chOff x="1139705" y="4436917"/>
              <a:chExt cx="3945764" cy="56605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6A79C0E-5FF2-A2D7-B80B-58BBB103C0EE}"/>
                  </a:ext>
                </a:extLst>
              </p:cNvPr>
              <p:cNvSpPr/>
              <p:nvPr/>
            </p:nvSpPr>
            <p:spPr>
              <a:xfrm>
                <a:off x="1139705" y="4436917"/>
                <a:ext cx="609600" cy="56605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6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3D0431B-0DF2-248A-D906-A29D976BD17E}"/>
                  </a:ext>
                </a:extLst>
              </p:cNvPr>
              <p:cNvSpPr/>
              <p:nvPr/>
            </p:nvSpPr>
            <p:spPr>
              <a:xfrm>
                <a:off x="1843314" y="4436917"/>
                <a:ext cx="3242155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Neural Networks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505B6DC-1565-35C4-9CCE-38865E3D12A6}"/>
                </a:ext>
              </a:extLst>
            </p:cNvPr>
            <p:cNvGrpSpPr/>
            <p:nvPr/>
          </p:nvGrpSpPr>
          <p:grpSpPr>
            <a:xfrm>
              <a:off x="5282416" y="4557486"/>
              <a:ext cx="5160277" cy="2180492"/>
              <a:chOff x="5282416" y="4557486"/>
              <a:chExt cx="5160277" cy="2180492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EACA487-42AF-946C-B469-45FD8AFED987}"/>
                  </a:ext>
                </a:extLst>
              </p:cNvPr>
              <p:cNvSpPr/>
              <p:nvPr/>
            </p:nvSpPr>
            <p:spPr>
              <a:xfrm>
                <a:off x="5282416" y="4557486"/>
                <a:ext cx="5160277" cy="21804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90382DF-C2EC-FB7C-4A1F-696EEEB31D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10369" y="4660135"/>
                <a:ext cx="4859469" cy="19751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6282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407963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199588-1CCF-BDCB-32A3-8C3516FD53B8}"/>
              </a:ext>
            </a:extLst>
          </p:cNvPr>
          <p:cNvGrpSpPr/>
          <p:nvPr/>
        </p:nvGrpSpPr>
        <p:grpSpPr>
          <a:xfrm>
            <a:off x="1139705" y="1724629"/>
            <a:ext cx="9288476" cy="2507745"/>
            <a:chOff x="1139705" y="1724629"/>
            <a:chExt cx="9288476" cy="250774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D5AB62-B081-9B66-CD49-8BF6DDD896E4}"/>
                </a:ext>
              </a:extLst>
            </p:cNvPr>
            <p:cNvGrpSpPr/>
            <p:nvPr/>
          </p:nvGrpSpPr>
          <p:grpSpPr>
            <a:xfrm>
              <a:off x="1139705" y="1778119"/>
              <a:ext cx="3945764" cy="566057"/>
              <a:chOff x="1139705" y="1975071"/>
              <a:chExt cx="3945764" cy="56605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362795A-5211-9C98-61A4-120344C3BC4E}"/>
                  </a:ext>
                </a:extLst>
              </p:cNvPr>
              <p:cNvSpPr/>
              <p:nvPr/>
            </p:nvSpPr>
            <p:spPr>
              <a:xfrm>
                <a:off x="1139705" y="1975071"/>
                <a:ext cx="609600" cy="56605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7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FFFF48A-04ED-701A-77F8-584FBBDAFCAD}"/>
                  </a:ext>
                </a:extLst>
              </p:cNvPr>
              <p:cNvSpPr/>
              <p:nvPr/>
            </p:nvSpPr>
            <p:spPr>
              <a:xfrm>
                <a:off x="1843314" y="1975071"/>
                <a:ext cx="3242155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Mechanical Diagrams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0EBA43-E9AE-8263-C775-66929D068B05}"/>
                </a:ext>
              </a:extLst>
            </p:cNvPr>
            <p:cNvGrpSpPr/>
            <p:nvPr/>
          </p:nvGrpSpPr>
          <p:grpSpPr>
            <a:xfrm>
              <a:off x="5267904" y="1724629"/>
              <a:ext cx="5160277" cy="2507745"/>
              <a:chOff x="5267904" y="1724629"/>
              <a:chExt cx="5160277" cy="250774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335974C-74EB-2F47-45CA-F3E2E062C2A6}"/>
                  </a:ext>
                </a:extLst>
              </p:cNvPr>
              <p:cNvSpPr/>
              <p:nvPr/>
            </p:nvSpPr>
            <p:spPr>
              <a:xfrm>
                <a:off x="5267904" y="1724629"/>
                <a:ext cx="5160277" cy="250527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F995EF6-D10F-C592-F747-9FB85F262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70905" y="1727097"/>
                <a:ext cx="4154274" cy="2505277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D3C35E-DCC5-A9E4-64E5-4C8954F31850}"/>
              </a:ext>
            </a:extLst>
          </p:cNvPr>
          <p:cNvGrpSpPr/>
          <p:nvPr/>
        </p:nvGrpSpPr>
        <p:grpSpPr>
          <a:xfrm>
            <a:off x="160829" y="4557484"/>
            <a:ext cx="5950619" cy="2180492"/>
            <a:chOff x="160829" y="4557484"/>
            <a:chExt cx="5950619" cy="218049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0523058-FA64-68AC-3CE8-80C84CF844F6}"/>
                </a:ext>
              </a:extLst>
            </p:cNvPr>
            <p:cNvGrpSpPr/>
            <p:nvPr/>
          </p:nvGrpSpPr>
          <p:grpSpPr>
            <a:xfrm>
              <a:off x="160829" y="4557484"/>
              <a:ext cx="2625916" cy="566057"/>
              <a:chOff x="1223901" y="4436917"/>
              <a:chExt cx="3143162" cy="566057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6A79C0E-5FF2-A2D7-B80B-58BBB103C0EE}"/>
                  </a:ext>
                </a:extLst>
              </p:cNvPr>
              <p:cNvSpPr/>
              <p:nvPr/>
            </p:nvSpPr>
            <p:spPr>
              <a:xfrm>
                <a:off x="1223901" y="4436918"/>
                <a:ext cx="537758" cy="43543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8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3D0431B-0DF2-248A-D906-A29D976BD17E}"/>
                  </a:ext>
                </a:extLst>
              </p:cNvPr>
              <p:cNvSpPr/>
              <p:nvPr/>
            </p:nvSpPr>
            <p:spPr>
              <a:xfrm>
                <a:off x="1843315" y="4436917"/>
                <a:ext cx="2523748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Electrical Circuits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F0879B4-2CB9-86CB-DBF6-17EF2B781365}"/>
                </a:ext>
              </a:extLst>
            </p:cNvPr>
            <p:cNvGrpSpPr/>
            <p:nvPr/>
          </p:nvGrpSpPr>
          <p:grpSpPr>
            <a:xfrm>
              <a:off x="2869293" y="4557484"/>
              <a:ext cx="3242155" cy="2180492"/>
              <a:chOff x="2869293" y="4557484"/>
              <a:chExt cx="3242155" cy="2180492"/>
            </a:xfrm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EACA487-42AF-946C-B469-45FD8AFED987}"/>
                  </a:ext>
                </a:extLst>
              </p:cNvPr>
              <p:cNvSpPr/>
              <p:nvPr/>
            </p:nvSpPr>
            <p:spPr>
              <a:xfrm>
                <a:off x="2869293" y="4557484"/>
                <a:ext cx="3242155" cy="21804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ABB7B0C-09C8-8B9F-DAF6-77F0F6EEE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75887" y="4740818"/>
                <a:ext cx="3028965" cy="1813823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D89018-06BF-7766-6B86-D5D61A0CC8C2}"/>
              </a:ext>
            </a:extLst>
          </p:cNvPr>
          <p:cNvGrpSpPr/>
          <p:nvPr/>
        </p:nvGrpSpPr>
        <p:grpSpPr>
          <a:xfrm>
            <a:off x="6164960" y="4557484"/>
            <a:ext cx="5936551" cy="2180492"/>
            <a:chOff x="6164960" y="4557484"/>
            <a:chExt cx="5936551" cy="218049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8C5D8C-1852-5602-5595-E0A6FE534786}"/>
                </a:ext>
              </a:extLst>
            </p:cNvPr>
            <p:cNvGrpSpPr/>
            <p:nvPr/>
          </p:nvGrpSpPr>
          <p:grpSpPr>
            <a:xfrm>
              <a:off x="6164960" y="4557484"/>
              <a:ext cx="2611848" cy="566057"/>
              <a:chOff x="1240740" y="4436917"/>
              <a:chExt cx="3126323" cy="56605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14A9888-431D-6796-D8E5-9F16F2F93A24}"/>
                  </a:ext>
                </a:extLst>
              </p:cNvPr>
              <p:cNvSpPr/>
              <p:nvPr/>
            </p:nvSpPr>
            <p:spPr>
              <a:xfrm>
                <a:off x="1240740" y="4436918"/>
                <a:ext cx="537758" cy="43543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9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26F446B-F467-6583-111A-28B2F862E013}"/>
                  </a:ext>
                </a:extLst>
              </p:cNvPr>
              <p:cNvSpPr/>
              <p:nvPr/>
            </p:nvSpPr>
            <p:spPr>
              <a:xfrm>
                <a:off x="1843315" y="4436917"/>
                <a:ext cx="2523748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Chemical Structures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C961247-51A7-E3CF-B55D-D2E685DDC325}"/>
                </a:ext>
              </a:extLst>
            </p:cNvPr>
            <p:cNvGrpSpPr/>
            <p:nvPr/>
          </p:nvGrpSpPr>
          <p:grpSpPr>
            <a:xfrm>
              <a:off x="8859357" y="4557484"/>
              <a:ext cx="3242154" cy="2180492"/>
              <a:chOff x="8859357" y="4557484"/>
              <a:chExt cx="3242154" cy="2180492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E3E6CD7-6069-B586-61B9-C331A5E8EA82}"/>
                  </a:ext>
                </a:extLst>
              </p:cNvPr>
              <p:cNvSpPr/>
              <p:nvPr/>
            </p:nvSpPr>
            <p:spPr>
              <a:xfrm>
                <a:off x="8859357" y="4557484"/>
                <a:ext cx="3242154" cy="218049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56498DC-D0AB-3022-768C-0EC9B6414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21511" y="4740818"/>
                <a:ext cx="2576438" cy="17779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543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407963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4D3AAA-236E-6032-A938-8E399BD1933E}"/>
              </a:ext>
            </a:extLst>
          </p:cNvPr>
          <p:cNvGrpSpPr/>
          <p:nvPr/>
        </p:nvGrpSpPr>
        <p:grpSpPr>
          <a:xfrm>
            <a:off x="520504" y="2258099"/>
            <a:ext cx="10945782" cy="4371974"/>
            <a:chOff x="520504" y="2258099"/>
            <a:chExt cx="10945782" cy="437197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CD5AB62-B081-9B66-CD49-8BF6DDD896E4}"/>
                </a:ext>
              </a:extLst>
            </p:cNvPr>
            <p:cNvGrpSpPr/>
            <p:nvPr/>
          </p:nvGrpSpPr>
          <p:grpSpPr>
            <a:xfrm>
              <a:off x="520504" y="2258099"/>
              <a:ext cx="4579032" cy="740463"/>
              <a:chOff x="1139705" y="1975071"/>
              <a:chExt cx="3945764" cy="566057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362795A-5211-9C98-61A4-120344C3BC4E}"/>
                  </a:ext>
                </a:extLst>
              </p:cNvPr>
              <p:cNvSpPr/>
              <p:nvPr/>
            </p:nvSpPr>
            <p:spPr>
              <a:xfrm>
                <a:off x="1139705" y="1975071"/>
                <a:ext cx="609600" cy="566057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10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1FFFF48A-04ED-701A-77F8-584FBBDAFCAD}"/>
                  </a:ext>
                </a:extLst>
              </p:cNvPr>
              <p:cNvSpPr/>
              <p:nvPr/>
            </p:nvSpPr>
            <p:spPr>
              <a:xfrm>
                <a:off x="1843314" y="1975071"/>
                <a:ext cx="3242155" cy="566057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Mindmaps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99A8A8-06E0-14EE-4DB2-CDB248C94769}"/>
                </a:ext>
              </a:extLst>
            </p:cNvPr>
            <p:cNvGrpSpPr/>
            <p:nvPr/>
          </p:nvGrpSpPr>
          <p:grpSpPr>
            <a:xfrm>
              <a:off x="5398531" y="2258099"/>
              <a:ext cx="6067755" cy="4371974"/>
              <a:chOff x="5398531" y="2258099"/>
              <a:chExt cx="6067755" cy="437197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335974C-74EB-2F47-45CA-F3E2E062C2A6}"/>
                  </a:ext>
                </a:extLst>
              </p:cNvPr>
              <p:cNvSpPr/>
              <p:nvPr/>
            </p:nvSpPr>
            <p:spPr>
              <a:xfrm>
                <a:off x="5398531" y="2258099"/>
                <a:ext cx="6067755" cy="43719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066703A-1FE1-AE38-35DB-B579E54F49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4260" y="2415289"/>
                <a:ext cx="4956295" cy="40769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5239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56D9C03-131F-4B8B-2FB7-4CA8A1F1BFB6}"/>
              </a:ext>
            </a:extLst>
          </p:cNvPr>
          <p:cNvSpPr/>
          <p:nvPr/>
        </p:nvSpPr>
        <p:spPr>
          <a:xfrm>
            <a:off x="675249" y="351692"/>
            <a:ext cx="6555544" cy="970671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LaTeX Graphics Potential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0BCCB1-3F59-6945-1A58-67FDD9163D4D}"/>
              </a:ext>
            </a:extLst>
          </p:cNvPr>
          <p:cNvGrpSpPr/>
          <p:nvPr/>
        </p:nvGrpSpPr>
        <p:grpSpPr>
          <a:xfrm>
            <a:off x="1355187" y="1561514"/>
            <a:ext cx="10349133" cy="5022166"/>
            <a:chOff x="1355187" y="1561514"/>
            <a:chExt cx="10349133" cy="502216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879FFA4-A4C5-DDFB-D8A6-BD0312454D5E}"/>
                </a:ext>
              </a:extLst>
            </p:cNvPr>
            <p:cNvSpPr/>
            <p:nvPr/>
          </p:nvSpPr>
          <p:spPr>
            <a:xfrm>
              <a:off x="1355187" y="1561514"/>
              <a:ext cx="10349133" cy="502216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672FB18-B7B4-00A3-DEB8-F1DAA5E82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51217" y="1869554"/>
              <a:ext cx="3439005" cy="387721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686306-DD10-124B-1E02-A48ADF5CC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5841" y="2363372"/>
              <a:ext cx="2875376" cy="321083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3D0E801-E4A9-A2C3-0134-F67B4E4D6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6988" y="1869554"/>
              <a:ext cx="3477110" cy="396295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223E7D-3F4D-2436-5272-33A0A3E7AC96}"/>
                </a:ext>
              </a:extLst>
            </p:cNvPr>
            <p:cNvSpPr txBox="1"/>
            <p:nvPr/>
          </p:nvSpPr>
          <p:spPr>
            <a:xfrm>
              <a:off x="5348067" y="5933969"/>
              <a:ext cx="23633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3D Structures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9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E7AA43-CC49-3193-801F-838FFC91290D}"/>
              </a:ext>
            </a:extLst>
          </p:cNvPr>
          <p:cNvSpPr/>
          <p:nvPr/>
        </p:nvSpPr>
        <p:spPr>
          <a:xfrm>
            <a:off x="675249" y="351693"/>
            <a:ext cx="3615397" cy="84406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 Arcs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6DD20A-E509-E3D2-B824-13177191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50" y="2306002"/>
            <a:ext cx="4598050" cy="254735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15A491-FFA5-9293-E5E0-C138014E1F5B}"/>
              </a:ext>
            </a:extLst>
          </p:cNvPr>
          <p:cNvSpPr/>
          <p:nvPr/>
        </p:nvSpPr>
        <p:spPr>
          <a:xfrm>
            <a:off x="6625883" y="2306002"/>
            <a:ext cx="4598050" cy="25473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\draw (Start Point[p]) arc (α:β:r);</a:t>
            </a:r>
          </a:p>
          <a:p>
            <a:pPr algn="ctr"/>
            <a:r>
              <a:rPr lang="en-US" sz="2400" dirty="0"/>
              <a:t>α: The Angle of Start Point.</a:t>
            </a:r>
          </a:p>
          <a:p>
            <a:pPr algn="ctr"/>
            <a:r>
              <a:rPr lang="en-US" sz="2400" dirty="0"/>
              <a:t>β: Angle of the End Point.</a:t>
            </a:r>
          </a:p>
          <a:p>
            <a:pPr algn="ctr"/>
            <a:r>
              <a:rPr lang="en-US" sz="2400" dirty="0"/>
              <a:t>r: Radius of The Circle Holding the Arc.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AFFC6F-B5D8-FC1E-9BD9-E00C55B94016}"/>
                  </a:ext>
                </a:extLst>
              </p:cNvPr>
              <p:cNvSpPr/>
              <p:nvPr/>
            </p:nvSpPr>
            <p:spPr>
              <a:xfrm>
                <a:off x="3796975" y="5387925"/>
                <a:ext cx="4598050" cy="111838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/>
                        <m:t>α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sz="2800" dirty="0"/>
                            <m:t>α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m:rPr>
                          <m:nor/>
                        </m:rPr>
                        <a:rPr lang="en-US" sz="2800" dirty="0" smtClean="0"/>
                        <m:t>β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sz="2800" dirty="0"/>
                            <m:t>β</m:t>
                          </m:r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AFFC6F-B5D8-FC1E-9BD9-E00C55B94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975" y="5387925"/>
                <a:ext cx="4598050" cy="111838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6663AF1-6288-E93F-D290-E8191875E85C}"/>
              </a:ext>
            </a:extLst>
          </p:cNvPr>
          <p:cNvSpPr txBox="1"/>
          <p:nvPr/>
        </p:nvSpPr>
        <p:spPr>
          <a:xfrm>
            <a:off x="1814729" y="3123030"/>
            <a:ext cx="450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93497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D833E5EB-ACFD-4E47-9E12-8B2136E2316A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315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</TotalTime>
  <Words>133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35</cp:revision>
  <dcterms:created xsi:type="dcterms:W3CDTF">2023-01-11T13:28:30Z</dcterms:created>
  <dcterms:modified xsi:type="dcterms:W3CDTF">2023-06-16T13:37:28Z</dcterms:modified>
</cp:coreProperties>
</file>